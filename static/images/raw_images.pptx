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1" r:id="rId2"/>
    <p:sldId id="263" r:id="rId3"/>
    <p:sldId id="264" r:id="rId4"/>
    <p:sldId id="285" r:id="rId5"/>
    <p:sldId id="284" r:id="rId6"/>
    <p:sldId id="265" r:id="rId7"/>
    <p:sldId id="266" r:id="rId8"/>
    <p:sldId id="287" r:id="rId9"/>
    <p:sldId id="267" r:id="rId10"/>
    <p:sldId id="288" r:id="rId11"/>
    <p:sldId id="289" r:id="rId12"/>
    <p:sldId id="268" r:id="rId13"/>
    <p:sldId id="269" r:id="rId14"/>
    <p:sldId id="272" r:id="rId15"/>
    <p:sldId id="271" r:id="rId16"/>
    <p:sldId id="273" r:id="rId17"/>
    <p:sldId id="274" r:id="rId18"/>
    <p:sldId id="279" r:id="rId19"/>
    <p:sldId id="278" r:id="rId20"/>
    <p:sldId id="282" r:id="rId21"/>
    <p:sldId id="280" r:id="rId22"/>
    <p:sldId id="283" r:id="rId23"/>
    <p:sldId id="286" r:id="rId24"/>
    <p:sldId id="290" r:id="rId25"/>
    <p:sldId id="29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82B4"/>
    <a:srgbClr val="CD5C5C"/>
    <a:srgbClr val="FF7E79"/>
    <a:srgbClr val="C7CED6"/>
    <a:srgbClr val="224B8D"/>
    <a:srgbClr val="DEEBF7"/>
    <a:srgbClr val="000000"/>
    <a:srgbClr val="FFFFEE"/>
    <a:srgbClr val="76D6FF"/>
    <a:srgbClr val="7A8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67"/>
    <p:restoredTop sz="96534"/>
  </p:normalViewPr>
  <p:slideViewPr>
    <p:cSldViewPr snapToGrid="0">
      <p:cViewPr varScale="1">
        <p:scale>
          <a:sx n="128" d="100"/>
          <a:sy n="128" d="100"/>
        </p:scale>
        <p:origin x="87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1258B-E99A-114D-A72B-9FD2727D6C6A}" type="datetimeFigureOut">
              <a:rPr lang="en-US" smtClean="0"/>
              <a:t>9/5/25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B584E-FBC7-4C46-A4DB-679F64CF7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63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B584E-FBC7-4C46-A4DB-679F64CF7B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31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B584E-FBC7-4C46-A4DB-679F64CF7B0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83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B584E-FBC7-4C46-A4DB-679F64CF7B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73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B584E-FBC7-4C46-A4DB-679F64CF7B0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37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B584E-FBC7-4C46-A4DB-679F64CF7B0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2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5355E-F083-92C3-C093-EED53F915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6D9A5C-234E-E194-1713-D44C26CB7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B48B2-66DF-CC3D-0BE3-514B55AAA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2AC5D-C11E-6532-B94C-091214048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B584E-FBC7-4C46-A4DB-679F64CF7B0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31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1AEA7-3D3B-78F2-07D0-A5AAA284C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62D6A-44D8-1F4E-1785-8C3578EBB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6662B-6884-53A5-A985-B75ECABF0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34DB-EF5A-3B42-8479-411D91F697E0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C3B5D-FEA3-C14F-A5A1-EF8105C57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11621-8355-1B03-940C-5BBC6730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0C01F-3C68-6F4A-A509-759B2CFC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67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D7BA4-3C79-5FDD-A5A3-72C56B34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70B7-CC8F-F6E5-DDF1-418EF6FB9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61C6B-22C6-7B6E-2E29-C02C3A63C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34DB-EF5A-3B42-8479-411D91F697E0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6D4C0-30C7-A35C-4C50-5D8495EFE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73F5C-3EB3-B5EB-ED96-4150BB9B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0C01F-3C68-6F4A-A509-759B2CFC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5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811A-4939-7390-3032-24166E6C2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C1AB5-228B-7290-1A4D-21254A7DB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E54B8-F7A1-A5B9-318A-3BA6D07A5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34DB-EF5A-3B42-8479-411D91F697E0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07916-54FE-DD01-4152-011B6687D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A43B3-751B-13DC-E6F3-B6219EDB0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0C01F-3C68-6F4A-A509-759B2CFC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48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0DEE6-E96A-1849-E1ED-770830238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67731-36C9-174F-956F-4A043A651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3B5EB-0B2D-EB54-5937-46F382B4B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A1350E-4538-4E79-1465-62575F5E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34DB-EF5A-3B42-8479-411D91F697E0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5FF6B-6582-E2A7-FAD6-A104DD36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3817A-55C0-8204-D4A6-8D7F1DC2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0C01F-3C68-6F4A-A509-759B2CFC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4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607F-F13F-03F3-5F9D-9A6EB5CD5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4AE64-CB3F-05EF-50A0-70957D046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9881D-1035-5101-F496-8438FDE69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AF4387-0DCD-44BA-2464-61672AA618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636DE9-EE18-061F-0B1A-FD84F791C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89DB8A-2C70-A9CC-A8E2-BDB06A82F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34DB-EF5A-3B42-8479-411D91F697E0}" type="datetimeFigureOut">
              <a:rPr lang="en-US" smtClean="0"/>
              <a:t>9/5/25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8E45D-0CED-325E-E058-526C4943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04973-9735-BF93-067F-E803B78B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0C01F-3C68-6F4A-A509-759B2CFC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3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B32C-F0E7-BC59-9F13-2B119247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3C81C-11B4-E3C6-49AB-534F2191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34DB-EF5A-3B42-8479-411D91F697E0}" type="datetimeFigureOut">
              <a:rPr lang="en-US" smtClean="0"/>
              <a:t>9/5/25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25BB5-DB85-4EE4-2637-ECD67316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671BB-ACDC-3A3F-063D-B5B7A5651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0C01F-3C68-6F4A-A509-759B2CFC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89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FAC39-F756-9174-E4F2-0BE65A4BB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34DB-EF5A-3B42-8479-411D91F697E0}" type="datetimeFigureOut">
              <a:rPr lang="en-US" smtClean="0"/>
              <a:t>9/5/25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4AB54-FD0F-E6B9-0DC9-4683B9A7B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9F2BB-F48B-336F-0C12-DB938F0C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0C01F-3C68-6F4A-A509-759B2CFC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26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61F7-DEC8-406B-FB20-6880E454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A210F-6813-CB28-E92C-2D33D5DF2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AB512-1A97-D934-31BC-27BAB0396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1D6A3-71D1-F4D5-7276-AE81D9E9A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34DB-EF5A-3B42-8479-411D91F697E0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81B30-09E7-7079-5D14-CEA1962EE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93521-2A8A-2719-E74A-76F002B0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0C01F-3C68-6F4A-A509-759B2CFC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29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3C31-9632-5CAE-681C-8FF2073EC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8B0F7D-E14F-59D9-9833-BBFC9F24B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EAF82-20E2-5151-033F-54D3CC866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2A112-8F40-8FE2-9D36-92D59AC2F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34DB-EF5A-3B42-8479-411D91F697E0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86967-B36A-C876-CC01-A1EBF193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9EAC9-4250-104C-94CD-B3C4D6D07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0C01F-3C68-6F4A-A509-759B2CFC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51E7-816A-50A1-D1BA-94131C18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97837-5E14-04F6-9250-26213D50A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B87B1-DF57-EC6B-32B9-4AB7D77CE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34DB-EF5A-3B42-8479-411D91F697E0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FF3D3-4D2D-71FB-A0CA-E77A94C46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57419-F1D9-4D71-5250-11BE67FC0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0C01F-3C68-6F4A-A509-759B2CFC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62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2FC27-8294-5848-A91C-8647843133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BBB53-591B-7715-FB43-8B848845C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2D0E1-AF10-3EA9-A20D-3E4D3C442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034DB-EF5A-3B42-8479-411D91F697E0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4C617-B523-59E1-5786-DD79AE99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FC41A-8F27-2554-CC57-FC7ED43B1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0C01F-3C68-6F4A-A509-759B2CFC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99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EFAE34-5081-3660-C1D8-3A811ECA4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A9457-133A-9381-BCEE-6E3F59F7C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2F525-89AD-7D66-A8AC-20230A576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034DB-EF5A-3B42-8479-411D91F697E0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F0528-5395-A1AA-8FAA-CEEA20E3C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B24AB-FF69-3895-050D-E51DBCAF7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0C01F-3C68-6F4A-A509-759B2CFC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6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6.png"/><Relationship Id="rId3" Type="http://schemas.openxmlformats.org/officeDocument/2006/relationships/image" Target="../media/image34.png"/><Relationship Id="rId7" Type="http://schemas.openxmlformats.org/officeDocument/2006/relationships/image" Target="../media/image17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280.png"/><Relationship Id="rId7" Type="http://schemas.openxmlformats.org/officeDocument/2006/relationships/image" Target="../media/image3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png"/><Relationship Id="rId10" Type="http://schemas.openxmlformats.org/officeDocument/2006/relationships/image" Target="../media/image350.png"/><Relationship Id="rId4" Type="http://schemas.openxmlformats.org/officeDocument/2006/relationships/image" Target="../media/image29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0.png"/><Relationship Id="rId7" Type="http://schemas.openxmlformats.org/officeDocument/2006/relationships/image" Target="../media/image4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910.png"/><Relationship Id="rId7" Type="http://schemas.openxmlformats.org/officeDocument/2006/relationships/image" Target="../media/image4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1.xml"/><Relationship Id="rId9" Type="http://schemas.openxmlformats.org/officeDocument/2006/relationships/image" Target="../media/image11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0.png"/><Relationship Id="rId12" Type="http://schemas.openxmlformats.org/officeDocument/2006/relationships/image" Target="../media/image140.png"/><Relationship Id="rId17" Type="http://schemas.openxmlformats.org/officeDocument/2006/relationships/image" Target="../media/image190.png"/><Relationship Id="rId16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30.png"/><Relationship Id="rId15" Type="http://schemas.openxmlformats.org/officeDocument/2006/relationships/image" Target="../media/image170.png"/><Relationship Id="rId10" Type="http://schemas.openxmlformats.org/officeDocument/2006/relationships/image" Target="../media/image120.png"/><Relationship Id="rId14" Type="http://schemas.openxmlformats.org/officeDocument/2006/relationships/image" Target="../media/image1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210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9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7.png"/><Relationship Id="rId7" Type="http://schemas.openxmlformats.org/officeDocument/2006/relationships/image" Target="../media/image83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75.png"/><Relationship Id="rId4" Type="http://schemas.openxmlformats.org/officeDocument/2006/relationships/image" Target="../media/image78.png"/><Relationship Id="rId9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7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5.png"/><Relationship Id="rId9" Type="http://schemas.openxmlformats.org/officeDocument/2006/relationships/image" Target="../media/image9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0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900.png"/><Relationship Id="rId7" Type="http://schemas.openxmlformats.org/officeDocument/2006/relationships/image" Target="../media/image940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0.png"/><Relationship Id="rId11" Type="http://schemas.openxmlformats.org/officeDocument/2006/relationships/image" Target="../media/image98.png"/><Relationship Id="rId5" Type="http://schemas.openxmlformats.org/officeDocument/2006/relationships/image" Target="../media/image920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911.png"/><Relationship Id="rId9" Type="http://schemas.openxmlformats.org/officeDocument/2006/relationships/image" Target="../media/image960.png"/><Relationship Id="rId14" Type="http://schemas.openxmlformats.org/officeDocument/2006/relationships/image" Target="../media/image10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4C777B4-DADC-186E-128A-5F751BEBD074}"/>
              </a:ext>
            </a:extLst>
          </p:cNvPr>
          <p:cNvGrpSpPr/>
          <p:nvPr/>
        </p:nvGrpSpPr>
        <p:grpSpPr>
          <a:xfrm>
            <a:off x="3840057" y="2675652"/>
            <a:ext cx="467089" cy="467089"/>
            <a:chOff x="2773199" y="2473483"/>
            <a:chExt cx="467089" cy="4670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8D68C28-57B7-F2A2-4323-AA5499754A0D}"/>
                    </a:ext>
                  </a:extLst>
                </p:cNvPr>
                <p:cNvSpPr txBox="1"/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8D68C28-57B7-F2A2-4323-AA5499754A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blipFill>
                  <a:blip r:embed="rId2"/>
                  <a:stretch>
                    <a:fillRect l="-17857" r="-14286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A633383-D44E-B63C-1D1D-C0006C97CD04}"/>
                </a:ext>
              </a:extLst>
            </p:cNvPr>
            <p:cNvSpPr/>
            <p:nvPr/>
          </p:nvSpPr>
          <p:spPr>
            <a:xfrm>
              <a:off x="2773199" y="2473483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8BD97F6-F4E6-9B32-AB07-81841D140284}"/>
              </a:ext>
            </a:extLst>
          </p:cNvPr>
          <p:cNvGrpSpPr/>
          <p:nvPr/>
        </p:nvGrpSpPr>
        <p:grpSpPr>
          <a:xfrm>
            <a:off x="2374392" y="2675652"/>
            <a:ext cx="467089" cy="467089"/>
            <a:chOff x="457303" y="2483000"/>
            <a:chExt cx="467089" cy="4670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B09C96B-3661-759E-10E5-4833AE6A5CCC}"/>
                    </a:ext>
                  </a:extLst>
                </p:cNvPr>
                <p:cNvSpPr txBox="1"/>
                <p:nvPr/>
              </p:nvSpPr>
              <p:spPr>
                <a:xfrm>
                  <a:off x="518048" y="2572783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B09C96B-3661-759E-10E5-4833AE6A5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048" y="2572783"/>
                  <a:ext cx="345598" cy="246221"/>
                </a:xfrm>
                <a:prstGeom prst="rect">
                  <a:avLst/>
                </a:prstGeom>
                <a:blipFill>
                  <a:blip r:embed="rId3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90EFDAC-B159-2B49-1AE8-591C8D50BD4A}"/>
                </a:ext>
              </a:extLst>
            </p:cNvPr>
            <p:cNvSpPr/>
            <p:nvPr/>
          </p:nvSpPr>
          <p:spPr>
            <a:xfrm>
              <a:off x="457303" y="2483000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F38CE15B-7546-7C90-C18D-3E36D1D60270}"/>
              </a:ext>
            </a:extLst>
          </p:cNvPr>
          <p:cNvSpPr/>
          <p:nvPr/>
        </p:nvSpPr>
        <p:spPr>
          <a:xfrm>
            <a:off x="8683468" y="2715009"/>
            <a:ext cx="388375" cy="3883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E29B64-87E0-2C16-C427-08E7B31A55C6}"/>
              </a:ext>
            </a:extLst>
          </p:cNvPr>
          <p:cNvGrpSpPr/>
          <p:nvPr/>
        </p:nvGrpSpPr>
        <p:grpSpPr>
          <a:xfrm>
            <a:off x="5305722" y="2675652"/>
            <a:ext cx="467089" cy="467089"/>
            <a:chOff x="2773199" y="2473483"/>
            <a:chExt cx="467089" cy="4670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30DD025-4D1C-ED74-AD54-0F0F90A75661}"/>
                    </a:ext>
                  </a:extLst>
                </p:cNvPr>
                <p:cNvSpPr txBox="1"/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30DD025-4D1C-ED74-AD54-0F0F90A75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14286" r="-17857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B58B534-5A73-95A4-C11C-10B7D0D44B44}"/>
                </a:ext>
              </a:extLst>
            </p:cNvPr>
            <p:cNvSpPr/>
            <p:nvPr/>
          </p:nvSpPr>
          <p:spPr>
            <a:xfrm>
              <a:off x="2773199" y="2473483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71E3C0-A191-6ADA-8FCF-33E0F525BC16}"/>
              </a:ext>
            </a:extLst>
          </p:cNvPr>
          <p:cNvGrpSpPr/>
          <p:nvPr/>
        </p:nvGrpSpPr>
        <p:grpSpPr>
          <a:xfrm>
            <a:off x="7217806" y="2675652"/>
            <a:ext cx="467089" cy="467089"/>
            <a:chOff x="2773199" y="2473483"/>
            <a:chExt cx="467089" cy="4670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8A0F47F-53F4-877A-8BFE-C136713C3135}"/>
                    </a:ext>
                  </a:extLst>
                </p:cNvPr>
                <p:cNvSpPr txBox="1"/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8A0F47F-53F4-877A-8BFE-C136713C3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17857" r="-25000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81533BF-2E56-FE25-5A4C-A368657A6AF9}"/>
                </a:ext>
              </a:extLst>
            </p:cNvPr>
            <p:cNvSpPr/>
            <p:nvPr/>
          </p:nvSpPr>
          <p:spPr>
            <a:xfrm>
              <a:off x="2773199" y="2473483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CC538C0-CE51-C60F-636F-1B9F157B376C}"/>
                  </a:ext>
                </a:extLst>
              </p:cNvPr>
              <p:cNvSpPr txBox="1"/>
              <p:nvPr/>
            </p:nvSpPr>
            <p:spPr>
              <a:xfrm>
                <a:off x="6771387" y="2770697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CC538C0-CE51-C60F-636F-1B9F157B3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387" y="2770697"/>
                <a:ext cx="22602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BE44202-E58B-A099-BFAF-694D5A0A0DA4}"/>
                  </a:ext>
                </a:extLst>
              </p:cNvPr>
              <p:cNvSpPr txBox="1"/>
              <p:nvPr/>
            </p:nvSpPr>
            <p:spPr>
              <a:xfrm>
                <a:off x="3900802" y="3391817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BE44202-E58B-A099-BFAF-694D5A0A0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802" y="3391817"/>
                <a:ext cx="345598" cy="246221"/>
              </a:xfrm>
              <a:prstGeom prst="rect">
                <a:avLst/>
              </a:prstGeom>
              <a:blipFill>
                <a:blip r:embed="rId7"/>
                <a:stretch>
                  <a:fillRect l="-17857" r="-10714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FD9C3B1F-5385-7A60-646F-7763730BD46E}"/>
              </a:ext>
            </a:extLst>
          </p:cNvPr>
          <p:cNvGrpSpPr/>
          <p:nvPr/>
        </p:nvGrpSpPr>
        <p:grpSpPr>
          <a:xfrm>
            <a:off x="3061877" y="2475320"/>
            <a:ext cx="557784" cy="1068375"/>
            <a:chOff x="3061877" y="2266282"/>
            <a:chExt cx="557784" cy="106837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B914A77-821D-966E-09E0-D011BDA3C0C7}"/>
                </a:ext>
              </a:extLst>
            </p:cNvPr>
            <p:cNvGrpSpPr/>
            <p:nvPr/>
          </p:nvGrpSpPr>
          <p:grpSpPr>
            <a:xfrm>
              <a:off x="3061877" y="2266282"/>
              <a:ext cx="557784" cy="444058"/>
              <a:chOff x="989734" y="2266282"/>
              <a:chExt cx="557784" cy="444058"/>
            </a:xfrm>
          </p:grpSpPr>
          <p:cxnSp>
            <p:nvCxnSpPr>
              <p:cNvPr id="12" name="Elbow Connector 11">
                <a:extLst>
                  <a:ext uri="{FF2B5EF4-FFF2-40B4-BE49-F238E27FC236}">
                    <a16:creationId xmlns:a16="http://schemas.microsoft.com/office/drawing/2014/main" id="{A6243975-3197-E1AF-4C1A-03DBB2B857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9734" y="2709361"/>
                <a:ext cx="557784" cy="979"/>
              </a:xfrm>
              <a:prstGeom prst="bentConnector3">
                <a:avLst/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D444309-0CAD-3842-648B-2A22FBABDDE8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827" y="2266282"/>
                    <a:ext cx="34559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D444309-0CAD-3842-648B-2A22FBABDD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827" y="2266282"/>
                    <a:ext cx="345598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1B1D096-601D-B5E1-F25B-90012B292905}"/>
                </a:ext>
              </a:extLst>
            </p:cNvPr>
            <p:cNvGrpSpPr/>
            <p:nvPr/>
          </p:nvGrpSpPr>
          <p:grpSpPr>
            <a:xfrm>
              <a:off x="3399971" y="2716474"/>
              <a:ext cx="219690" cy="618183"/>
              <a:chOff x="3399971" y="2716474"/>
              <a:chExt cx="219690" cy="618183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5D2A9216-A8F5-8898-C3BF-31D8DC02D680}"/>
                  </a:ext>
                </a:extLst>
              </p:cNvPr>
              <p:cNvCxnSpPr/>
              <p:nvPr/>
            </p:nvCxnSpPr>
            <p:spPr>
              <a:xfrm>
                <a:off x="3399971" y="2716474"/>
                <a:ext cx="0" cy="6181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87956B4E-F951-607E-6009-83C6B0B4C9DC}"/>
                  </a:ext>
                </a:extLst>
              </p:cNvPr>
              <p:cNvCxnSpPr/>
              <p:nvPr/>
            </p:nvCxnSpPr>
            <p:spPr>
              <a:xfrm>
                <a:off x="3399971" y="3334657"/>
                <a:ext cx="21969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5BCC175-8507-4EBC-4D41-CC5BCA0AD069}"/>
                  </a:ext>
                </a:extLst>
              </p:cNvPr>
              <p:cNvSpPr txBox="1"/>
              <p:nvPr/>
            </p:nvSpPr>
            <p:spPr>
              <a:xfrm>
                <a:off x="5366467" y="3391817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05BCC175-8507-4EBC-4D41-CC5BCA0AD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467" y="3391817"/>
                <a:ext cx="345598" cy="246221"/>
              </a:xfrm>
              <a:prstGeom prst="rect">
                <a:avLst/>
              </a:prstGeom>
              <a:blipFill>
                <a:blip r:embed="rId9"/>
                <a:stretch>
                  <a:fillRect l="-14286" r="-14286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CC1B96D6-1896-3C07-3721-508FD99641E3}"/>
              </a:ext>
            </a:extLst>
          </p:cNvPr>
          <p:cNvGrpSpPr/>
          <p:nvPr/>
        </p:nvGrpSpPr>
        <p:grpSpPr>
          <a:xfrm>
            <a:off x="4543760" y="2475320"/>
            <a:ext cx="557784" cy="1068375"/>
            <a:chOff x="3061877" y="2266282"/>
            <a:chExt cx="557784" cy="1068375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3F2883A-33B4-CA38-8BC3-5CE0EBE1707E}"/>
                </a:ext>
              </a:extLst>
            </p:cNvPr>
            <p:cNvGrpSpPr/>
            <p:nvPr/>
          </p:nvGrpSpPr>
          <p:grpSpPr>
            <a:xfrm>
              <a:off x="3061877" y="2266282"/>
              <a:ext cx="557784" cy="444058"/>
              <a:chOff x="989734" y="2266282"/>
              <a:chExt cx="557784" cy="444058"/>
            </a:xfrm>
          </p:grpSpPr>
          <p:cxnSp>
            <p:nvCxnSpPr>
              <p:cNvPr id="99" name="Elbow Connector 98">
                <a:extLst>
                  <a:ext uri="{FF2B5EF4-FFF2-40B4-BE49-F238E27FC236}">
                    <a16:creationId xmlns:a16="http://schemas.microsoft.com/office/drawing/2014/main" id="{7B59D868-094A-9FCE-24C7-FD06DE7F72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9734" y="2709361"/>
                <a:ext cx="557784" cy="979"/>
              </a:xfrm>
              <a:prstGeom prst="bentConnector3">
                <a:avLst/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CE6B9A55-ECC6-0DED-B466-53E47A00373D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827" y="2266282"/>
                    <a:ext cx="34559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CE6B9A55-ECC6-0DED-B466-53E47A0037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827" y="2266282"/>
                    <a:ext cx="345598" cy="2462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7857" r="-21429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3BBE328A-B806-CF6A-5268-6310187F231F}"/>
                </a:ext>
              </a:extLst>
            </p:cNvPr>
            <p:cNvGrpSpPr/>
            <p:nvPr/>
          </p:nvGrpSpPr>
          <p:grpSpPr>
            <a:xfrm>
              <a:off x="3399971" y="2716474"/>
              <a:ext cx="219690" cy="618183"/>
              <a:chOff x="3399971" y="2716474"/>
              <a:chExt cx="219690" cy="618183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ADA42A28-8F28-5581-2737-D82A511D779C}"/>
                  </a:ext>
                </a:extLst>
              </p:cNvPr>
              <p:cNvCxnSpPr/>
              <p:nvPr/>
            </p:nvCxnSpPr>
            <p:spPr>
              <a:xfrm>
                <a:off x="3399971" y="2716474"/>
                <a:ext cx="0" cy="6181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B4D3DFA8-6866-CF19-5EDC-04B9D06A18E8}"/>
                  </a:ext>
                </a:extLst>
              </p:cNvPr>
              <p:cNvCxnSpPr/>
              <p:nvPr/>
            </p:nvCxnSpPr>
            <p:spPr>
              <a:xfrm>
                <a:off x="3399971" y="3334657"/>
                <a:ext cx="21969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EB90462-B1DB-72AC-F6FB-53B4EA032ECC}"/>
                  </a:ext>
                </a:extLst>
              </p:cNvPr>
              <p:cNvSpPr txBox="1"/>
              <p:nvPr/>
            </p:nvSpPr>
            <p:spPr>
              <a:xfrm>
                <a:off x="7278551" y="3391817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EB90462-B1DB-72AC-F6FB-53B4EA032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551" y="3391817"/>
                <a:ext cx="345598" cy="246221"/>
              </a:xfrm>
              <a:prstGeom prst="rect">
                <a:avLst/>
              </a:prstGeom>
              <a:blipFill>
                <a:blip r:embed="rId11"/>
                <a:stretch>
                  <a:fillRect l="-17857" r="-21429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40B29E9-C26B-A026-636A-DE6E31FFAF26}"/>
              </a:ext>
            </a:extLst>
          </p:cNvPr>
          <p:cNvGrpSpPr/>
          <p:nvPr/>
        </p:nvGrpSpPr>
        <p:grpSpPr>
          <a:xfrm>
            <a:off x="6014443" y="2475320"/>
            <a:ext cx="557784" cy="1068375"/>
            <a:chOff x="3061877" y="2266282"/>
            <a:chExt cx="557784" cy="1068375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4DB466E-9661-0B06-B46C-3397FE8B6705}"/>
                </a:ext>
              </a:extLst>
            </p:cNvPr>
            <p:cNvGrpSpPr/>
            <p:nvPr/>
          </p:nvGrpSpPr>
          <p:grpSpPr>
            <a:xfrm>
              <a:off x="3061877" y="2266282"/>
              <a:ext cx="557784" cy="444058"/>
              <a:chOff x="989734" y="2266282"/>
              <a:chExt cx="557784" cy="444058"/>
            </a:xfrm>
          </p:grpSpPr>
          <p:cxnSp>
            <p:nvCxnSpPr>
              <p:cNvPr id="108" name="Elbow Connector 107">
                <a:extLst>
                  <a:ext uri="{FF2B5EF4-FFF2-40B4-BE49-F238E27FC236}">
                    <a16:creationId xmlns:a16="http://schemas.microsoft.com/office/drawing/2014/main" id="{A9565E84-E077-C5E7-1F49-0E36328D40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9734" y="2709361"/>
                <a:ext cx="557784" cy="979"/>
              </a:xfrm>
              <a:prstGeom prst="bentConnector3">
                <a:avLst/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98CD194B-263C-3FC0-1984-7F11B726765F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827" y="2266282"/>
                    <a:ext cx="34559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98CD194B-263C-3FC0-1984-7F11B72676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827" y="2266282"/>
                    <a:ext cx="345598" cy="24622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3793" r="-20690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1C8C752C-14B1-4B7C-6D3E-D7291A88F315}"/>
                </a:ext>
              </a:extLst>
            </p:cNvPr>
            <p:cNvGrpSpPr/>
            <p:nvPr/>
          </p:nvGrpSpPr>
          <p:grpSpPr>
            <a:xfrm>
              <a:off x="3399971" y="2716474"/>
              <a:ext cx="219690" cy="618183"/>
              <a:chOff x="3399971" y="2716474"/>
              <a:chExt cx="219690" cy="618183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7941C61D-32D7-88C2-07B6-B4CEEC51AF57}"/>
                  </a:ext>
                </a:extLst>
              </p:cNvPr>
              <p:cNvCxnSpPr/>
              <p:nvPr/>
            </p:nvCxnSpPr>
            <p:spPr>
              <a:xfrm>
                <a:off x="3399971" y="2716474"/>
                <a:ext cx="0" cy="6181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754325EB-FA58-0F14-CA26-18475812C207}"/>
                  </a:ext>
                </a:extLst>
              </p:cNvPr>
              <p:cNvCxnSpPr/>
              <p:nvPr/>
            </p:nvCxnSpPr>
            <p:spPr>
              <a:xfrm>
                <a:off x="3399971" y="3334657"/>
                <a:ext cx="21969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428E2D4-C871-31CF-673C-6E3EA0B0EB72}"/>
                  </a:ext>
                </a:extLst>
              </p:cNvPr>
              <p:cNvSpPr txBox="1"/>
              <p:nvPr/>
            </p:nvSpPr>
            <p:spPr>
              <a:xfrm>
                <a:off x="8704856" y="3391817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428E2D4-C871-31CF-673C-6E3EA0B0E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856" y="3391817"/>
                <a:ext cx="345598" cy="246221"/>
              </a:xfrm>
              <a:prstGeom prst="rect">
                <a:avLst/>
              </a:prstGeom>
              <a:blipFill>
                <a:blip r:embed="rId1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129AF3F-A99F-EB54-49EB-9A233556224D}"/>
              </a:ext>
            </a:extLst>
          </p:cNvPr>
          <p:cNvGrpSpPr/>
          <p:nvPr/>
        </p:nvGrpSpPr>
        <p:grpSpPr>
          <a:xfrm>
            <a:off x="7853497" y="2475320"/>
            <a:ext cx="557784" cy="1068375"/>
            <a:chOff x="3061877" y="2266282"/>
            <a:chExt cx="557784" cy="106837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D400AF56-CCF3-4BEB-3D14-D585696BE0CA}"/>
                </a:ext>
              </a:extLst>
            </p:cNvPr>
            <p:cNvGrpSpPr/>
            <p:nvPr/>
          </p:nvGrpSpPr>
          <p:grpSpPr>
            <a:xfrm>
              <a:off x="3061877" y="2266282"/>
              <a:ext cx="557784" cy="444058"/>
              <a:chOff x="989734" y="2266282"/>
              <a:chExt cx="557784" cy="444058"/>
            </a:xfrm>
          </p:grpSpPr>
          <p:cxnSp>
            <p:nvCxnSpPr>
              <p:cNvPr id="117" name="Elbow Connector 116">
                <a:extLst>
                  <a:ext uri="{FF2B5EF4-FFF2-40B4-BE49-F238E27FC236}">
                    <a16:creationId xmlns:a16="http://schemas.microsoft.com/office/drawing/2014/main" id="{D3BE45FC-3344-770D-2E69-70F72CAEA2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9734" y="2709361"/>
                <a:ext cx="557784" cy="979"/>
              </a:xfrm>
              <a:prstGeom prst="bentConnector3">
                <a:avLst/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18E2FBF0-AD5B-6871-3A86-3F1308878E7B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827" y="2266282"/>
                    <a:ext cx="34559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18E2FBF0-AD5B-6871-3A86-3F1308878E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827" y="2266282"/>
                    <a:ext cx="345598" cy="24622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4286" r="-35714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D9A6AAEF-CEF0-9179-4F04-B618B650F64B}"/>
                </a:ext>
              </a:extLst>
            </p:cNvPr>
            <p:cNvGrpSpPr/>
            <p:nvPr/>
          </p:nvGrpSpPr>
          <p:grpSpPr>
            <a:xfrm>
              <a:off x="3399971" y="2716474"/>
              <a:ext cx="219690" cy="618183"/>
              <a:chOff x="3399971" y="2716474"/>
              <a:chExt cx="219690" cy="618183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9CD11368-9C34-6403-A3D3-5EF3417583FB}"/>
                  </a:ext>
                </a:extLst>
              </p:cNvPr>
              <p:cNvCxnSpPr/>
              <p:nvPr/>
            </p:nvCxnSpPr>
            <p:spPr>
              <a:xfrm>
                <a:off x="3399971" y="2716474"/>
                <a:ext cx="0" cy="61818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8764E993-E457-8036-8353-6C87FC860C66}"/>
                  </a:ext>
                </a:extLst>
              </p:cNvPr>
              <p:cNvCxnSpPr/>
              <p:nvPr/>
            </p:nvCxnSpPr>
            <p:spPr>
              <a:xfrm>
                <a:off x="3399971" y="3334657"/>
                <a:ext cx="21969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10465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Oval 63">
            <a:extLst>
              <a:ext uri="{FF2B5EF4-FFF2-40B4-BE49-F238E27FC236}">
                <a16:creationId xmlns:a16="http://schemas.microsoft.com/office/drawing/2014/main" id="{F4061B56-984C-C3AF-632A-DB92B94CA498}"/>
              </a:ext>
            </a:extLst>
          </p:cNvPr>
          <p:cNvSpPr/>
          <p:nvPr/>
        </p:nvSpPr>
        <p:spPr>
          <a:xfrm>
            <a:off x="2651649" y="2483000"/>
            <a:ext cx="467089" cy="46708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743746C-B8E4-FF76-7792-A287BF80F13C}"/>
              </a:ext>
            </a:extLst>
          </p:cNvPr>
          <p:cNvSpPr/>
          <p:nvPr/>
        </p:nvSpPr>
        <p:spPr>
          <a:xfrm>
            <a:off x="5273980" y="3195455"/>
            <a:ext cx="467089" cy="46708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F7137ECC-E274-E585-5209-462DFF046591}"/>
              </a:ext>
            </a:extLst>
          </p:cNvPr>
          <p:cNvCxnSpPr>
            <a:cxnSpLocks/>
          </p:cNvCxnSpPr>
          <p:nvPr/>
        </p:nvCxnSpPr>
        <p:spPr>
          <a:xfrm>
            <a:off x="3171146" y="2441720"/>
            <a:ext cx="2192825" cy="712455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87">
            <a:extLst>
              <a:ext uri="{FF2B5EF4-FFF2-40B4-BE49-F238E27FC236}">
                <a16:creationId xmlns:a16="http://schemas.microsoft.com/office/drawing/2014/main" id="{6971ACDE-373F-1CC3-C322-D81CA7344768}"/>
              </a:ext>
            </a:extLst>
          </p:cNvPr>
          <p:cNvCxnSpPr>
            <a:cxnSpLocks/>
          </p:cNvCxnSpPr>
          <p:nvPr/>
        </p:nvCxnSpPr>
        <p:spPr>
          <a:xfrm flipH="1" flipV="1">
            <a:off x="2988432" y="3016274"/>
            <a:ext cx="2192825" cy="712455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urved Connector 91">
            <a:extLst>
              <a:ext uri="{FF2B5EF4-FFF2-40B4-BE49-F238E27FC236}">
                <a16:creationId xmlns:a16="http://schemas.microsoft.com/office/drawing/2014/main" id="{4629F7AC-DD37-56C6-BC8C-0676956012AC}"/>
              </a:ext>
            </a:extLst>
          </p:cNvPr>
          <p:cNvCxnSpPr>
            <a:cxnSpLocks/>
          </p:cNvCxnSpPr>
          <p:nvPr/>
        </p:nvCxnSpPr>
        <p:spPr>
          <a:xfrm flipH="1">
            <a:off x="5805712" y="3407229"/>
            <a:ext cx="65983" cy="301171"/>
          </a:xfrm>
          <a:prstGeom prst="curvedConnector4">
            <a:avLst>
              <a:gd name="adj1" fmla="val -423442"/>
              <a:gd name="adj2" fmla="val 117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urved Connector 95">
            <a:extLst>
              <a:ext uri="{FF2B5EF4-FFF2-40B4-BE49-F238E27FC236}">
                <a16:creationId xmlns:a16="http://schemas.microsoft.com/office/drawing/2014/main" id="{C35A3570-2422-B13A-CB3B-041A43618699}"/>
              </a:ext>
            </a:extLst>
          </p:cNvPr>
          <p:cNvCxnSpPr>
            <a:cxnSpLocks/>
          </p:cNvCxnSpPr>
          <p:nvPr/>
        </p:nvCxnSpPr>
        <p:spPr>
          <a:xfrm flipV="1">
            <a:off x="2576281" y="2476875"/>
            <a:ext cx="65983" cy="301171"/>
          </a:xfrm>
          <a:prstGeom prst="curvedConnector4">
            <a:avLst>
              <a:gd name="adj1" fmla="val -423442"/>
              <a:gd name="adj2" fmla="val 117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5FE4D02-2276-0AEA-5EA5-6F733EFD7A6A}"/>
                  </a:ext>
                </a:extLst>
              </p:cNvPr>
              <p:cNvSpPr txBox="1"/>
              <p:nvPr/>
            </p:nvSpPr>
            <p:spPr>
              <a:xfrm>
                <a:off x="2712394" y="2569912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5FE4D02-2276-0AEA-5EA5-6F733EFD7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394" y="2569912"/>
                <a:ext cx="345598" cy="246221"/>
              </a:xfrm>
              <a:prstGeom prst="rect">
                <a:avLst/>
              </a:prstGeom>
              <a:blipFill>
                <a:blip r:embed="rId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CA3BB75-8C79-F428-B61F-751AAB3F3E9E}"/>
                  </a:ext>
                </a:extLst>
              </p:cNvPr>
              <p:cNvSpPr txBox="1"/>
              <p:nvPr/>
            </p:nvSpPr>
            <p:spPr>
              <a:xfrm>
                <a:off x="5334725" y="3284118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CA3BB75-8C79-F428-B61F-751AAB3F3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725" y="3284118"/>
                <a:ext cx="345598" cy="246221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9DADF92-516D-FC52-51B3-774487628CB0}"/>
              </a:ext>
            </a:extLst>
          </p:cNvPr>
          <p:cNvGrpSpPr/>
          <p:nvPr/>
        </p:nvGrpSpPr>
        <p:grpSpPr>
          <a:xfrm>
            <a:off x="4340076" y="2706662"/>
            <a:ext cx="573098" cy="423064"/>
            <a:chOff x="3987585" y="2593433"/>
            <a:chExt cx="573098" cy="423064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5A6485CE-C2FC-1719-C0AB-6653649680FB}"/>
                </a:ext>
              </a:extLst>
            </p:cNvPr>
            <p:cNvSpPr txBox="1"/>
            <p:nvPr/>
          </p:nvSpPr>
          <p:spPr>
            <a:xfrm>
              <a:off x="4101335" y="2593433"/>
              <a:ext cx="3455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b="1" dirty="0"/>
                <a:t>0.2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D60F5BB0-2AE2-B215-4A05-85289A732BDA}"/>
                    </a:ext>
                  </a:extLst>
                </p:cNvPr>
                <p:cNvSpPr txBox="1"/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000" b="0" dirty="0">
                      <a:solidFill>
                        <a:schemeClr val="tx1"/>
                      </a:solidFill>
                    </a:rPr>
                    <a:t>r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=−10</m:t>
                      </m:r>
                    </m:oMath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D60F5BB0-2AE2-B215-4A05-85289A732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blipFill>
                  <a:blip r:embed="rId4"/>
                  <a:stretch>
                    <a:fillRect t="-30769" b="-46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B2CA1D7-BE78-6EF2-1AAA-EB895EA08656}"/>
              </a:ext>
            </a:extLst>
          </p:cNvPr>
          <p:cNvGrpSpPr/>
          <p:nvPr/>
        </p:nvGrpSpPr>
        <p:grpSpPr>
          <a:xfrm>
            <a:off x="3414487" y="2984164"/>
            <a:ext cx="573098" cy="423064"/>
            <a:chOff x="3987585" y="2593433"/>
            <a:chExt cx="573098" cy="423064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97E3AE4-3064-E017-7B78-A87197C90F34}"/>
                </a:ext>
              </a:extLst>
            </p:cNvPr>
            <p:cNvSpPr txBox="1"/>
            <p:nvPr/>
          </p:nvSpPr>
          <p:spPr>
            <a:xfrm>
              <a:off x="4101335" y="2593433"/>
              <a:ext cx="3455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b="1" dirty="0"/>
                <a:t>0.6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9AADBFA5-DE97-8F2D-45F7-B0A5F8E9DD67}"/>
                    </a:ext>
                  </a:extLst>
                </p:cNvPr>
                <p:cNvSpPr txBox="1"/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000" b="0" dirty="0">
                      <a:solidFill>
                        <a:schemeClr val="tx1"/>
                      </a:solidFill>
                    </a:rPr>
                    <a:t>r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=15</m:t>
                      </m:r>
                    </m:oMath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9AADBFA5-DE97-8F2D-45F7-B0A5F8E9DD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blipFill>
                  <a:blip r:embed="rId5"/>
                  <a:stretch>
                    <a:fillRect t="-30769" b="-46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F6F450F-5982-2E42-D490-26ED5BB4543E}"/>
              </a:ext>
            </a:extLst>
          </p:cNvPr>
          <p:cNvGrpSpPr/>
          <p:nvPr/>
        </p:nvGrpSpPr>
        <p:grpSpPr>
          <a:xfrm>
            <a:off x="6096000" y="3451012"/>
            <a:ext cx="573098" cy="423064"/>
            <a:chOff x="3987585" y="2593433"/>
            <a:chExt cx="573098" cy="42306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741C99D-3459-341A-1A75-A252128E8A3C}"/>
                </a:ext>
              </a:extLst>
            </p:cNvPr>
            <p:cNvSpPr txBox="1"/>
            <p:nvPr/>
          </p:nvSpPr>
          <p:spPr>
            <a:xfrm>
              <a:off x="4101335" y="2593433"/>
              <a:ext cx="3455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b="1" dirty="0"/>
                <a:t>0.4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D641E1C9-6D80-C0AD-3C93-320739D2143E}"/>
                    </a:ext>
                  </a:extLst>
                </p:cNvPr>
                <p:cNvSpPr txBox="1"/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000" b="0" dirty="0">
                      <a:solidFill>
                        <a:schemeClr val="tx1"/>
                      </a:solidFill>
                    </a:rPr>
                    <a:t>r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=−10</m:t>
                      </m:r>
                    </m:oMath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D641E1C9-6D80-C0AD-3C93-320739D214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blipFill>
                  <a:blip r:embed="rId6"/>
                  <a:stretch>
                    <a:fillRect t="-21429" b="-4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4BE23F2-7B01-8B69-0B8A-6DBFBA579231}"/>
              </a:ext>
            </a:extLst>
          </p:cNvPr>
          <p:cNvGrpSpPr/>
          <p:nvPr/>
        </p:nvGrpSpPr>
        <p:grpSpPr>
          <a:xfrm>
            <a:off x="1777248" y="2344337"/>
            <a:ext cx="573098" cy="423064"/>
            <a:chOff x="3987585" y="2593433"/>
            <a:chExt cx="573098" cy="423064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EAB2947-9001-1EC1-7B48-401889B6DF87}"/>
                </a:ext>
              </a:extLst>
            </p:cNvPr>
            <p:cNvSpPr txBox="1"/>
            <p:nvPr/>
          </p:nvSpPr>
          <p:spPr>
            <a:xfrm>
              <a:off x="4101335" y="2593433"/>
              <a:ext cx="3455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b="1" dirty="0"/>
                <a:t>0.8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8FF01FD2-A970-C4AE-715A-D792397BDC8A}"/>
                    </a:ext>
                  </a:extLst>
                </p:cNvPr>
                <p:cNvSpPr txBox="1"/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000" b="0" dirty="0">
                      <a:solidFill>
                        <a:schemeClr val="tx1"/>
                      </a:solidFill>
                    </a:rPr>
                    <a:t>r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=15</m:t>
                      </m:r>
                    </m:oMath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8FF01FD2-A970-C4AE-715A-D792397BD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blipFill>
                  <a:blip r:embed="rId7"/>
                  <a:stretch>
                    <a:fillRect t="-23077" b="-5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3760448-0492-7EDA-6630-80247A39E8F3}"/>
              </a:ext>
            </a:extLst>
          </p:cNvPr>
          <p:cNvGrpSpPr/>
          <p:nvPr/>
        </p:nvGrpSpPr>
        <p:grpSpPr>
          <a:xfrm>
            <a:off x="5741069" y="709642"/>
            <a:ext cx="4360212" cy="1548778"/>
            <a:chOff x="5741069" y="709642"/>
            <a:chExt cx="4360212" cy="1548778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2C09E9D-828B-702B-1EED-477AB55C1663}"/>
                </a:ext>
              </a:extLst>
            </p:cNvPr>
            <p:cNvSpPr/>
            <p:nvPr/>
          </p:nvSpPr>
          <p:spPr>
            <a:xfrm>
              <a:off x="6613974" y="871232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4BDA6E7-82B5-4208-CA92-738FAAE7737D}"/>
                </a:ext>
              </a:extLst>
            </p:cNvPr>
            <p:cNvSpPr/>
            <p:nvPr/>
          </p:nvSpPr>
          <p:spPr>
            <a:xfrm>
              <a:off x="8704667" y="1583687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75A2FA42-9661-D4EB-E10B-FE8A1ABDAB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37895" y="1791573"/>
              <a:ext cx="65983" cy="301171"/>
            </a:xfrm>
            <a:prstGeom prst="curvedConnector4">
              <a:avLst>
                <a:gd name="adj1" fmla="val -423442"/>
                <a:gd name="adj2" fmla="val 11768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7D03A4F4-231B-2341-9344-93A04A79C5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0102" y="861219"/>
              <a:ext cx="65983" cy="301171"/>
            </a:xfrm>
            <a:prstGeom prst="curvedConnector4">
              <a:avLst>
                <a:gd name="adj1" fmla="val -423442"/>
                <a:gd name="adj2" fmla="val 11768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DFBF47C-29B7-369E-A2E3-EAD2D6D5CE5F}"/>
                    </a:ext>
                  </a:extLst>
                </p:cNvPr>
                <p:cNvSpPr txBox="1"/>
                <p:nvPr/>
              </p:nvSpPr>
              <p:spPr>
                <a:xfrm>
                  <a:off x="6676215" y="954256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DFBF47C-29B7-369E-A2E3-EAD2D6D5CE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6215" y="954256"/>
                  <a:ext cx="345598" cy="246221"/>
                </a:xfrm>
                <a:prstGeom prst="rect">
                  <a:avLst/>
                </a:prstGeom>
                <a:blipFill>
                  <a:blip r:embed="rId8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1B3DBDE-FE5B-FBB5-3095-2EB2278B7180}"/>
                    </a:ext>
                  </a:extLst>
                </p:cNvPr>
                <p:cNvSpPr txBox="1"/>
                <p:nvPr/>
              </p:nvSpPr>
              <p:spPr>
                <a:xfrm>
                  <a:off x="8766908" y="1668462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1B3DBDE-FE5B-FBB5-3095-2EB2278B71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908" y="1668462"/>
                  <a:ext cx="345598" cy="246221"/>
                </a:xfrm>
                <a:prstGeom prst="rect">
                  <a:avLst/>
                </a:prstGeom>
                <a:blipFill>
                  <a:blip r:embed="rId9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EDFBB9E-677D-0FC2-8801-BA067A5C5E20}"/>
                </a:ext>
              </a:extLst>
            </p:cNvPr>
            <p:cNvGrpSpPr/>
            <p:nvPr/>
          </p:nvGrpSpPr>
          <p:grpSpPr>
            <a:xfrm>
              <a:off x="7257675" y="846824"/>
              <a:ext cx="573098" cy="423064"/>
              <a:chOff x="3987585" y="2593433"/>
              <a:chExt cx="573098" cy="423064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F168637-8ED9-9AC4-1A05-545629A34BE0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0.2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2013F850-6576-A22C-A969-F39732AD4E3F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=−10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2013F850-6576-A22C-A969-F39732AD4E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23077" b="-5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7D06482-AC4C-23AE-1AE7-C1C8B68767DA}"/>
                </a:ext>
              </a:extLst>
            </p:cNvPr>
            <p:cNvGrpSpPr/>
            <p:nvPr/>
          </p:nvGrpSpPr>
          <p:grpSpPr>
            <a:xfrm>
              <a:off x="7956726" y="1654230"/>
              <a:ext cx="573098" cy="423064"/>
              <a:chOff x="3987585" y="2593433"/>
              <a:chExt cx="573098" cy="423064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3129C5C-50E3-893C-3EAD-2025945BAC82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0.6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74DCDCAF-BF32-874C-069E-A1D7F292F3C3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=15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74DCDCAF-BF32-874C-069E-A1D7F292F3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24A8E03-027E-2C02-7291-AE6F0C3EA202}"/>
                </a:ext>
              </a:extLst>
            </p:cNvPr>
            <p:cNvGrpSpPr/>
            <p:nvPr/>
          </p:nvGrpSpPr>
          <p:grpSpPr>
            <a:xfrm>
              <a:off x="9528183" y="1835356"/>
              <a:ext cx="573098" cy="423064"/>
              <a:chOff x="3987585" y="2593433"/>
              <a:chExt cx="573098" cy="423064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74A21FE-A7FD-57FE-4AFA-9A54945562DC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0.4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845150DD-E078-2C25-44CC-C0FD7CCDCCF6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=−10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845150DD-E078-2C25-44CC-C0FD7CCDCC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FD1EE83-6085-8EF4-429E-971D1CEA7C4B}"/>
                </a:ext>
              </a:extLst>
            </p:cNvPr>
            <p:cNvGrpSpPr/>
            <p:nvPr/>
          </p:nvGrpSpPr>
          <p:grpSpPr>
            <a:xfrm>
              <a:off x="5741069" y="728681"/>
              <a:ext cx="573098" cy="423064"/>
              <a:chOff x="3987585" y="2593433"/>
              <a:chExt cx="573098" cy="42306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EC3ECED-8E50-F911-A623-73EEC444C77A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0.8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ADB05EF9-AF2E-7102-6B17-FF836A9A9478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=15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ADB05EF9-AF2E-7102-6B17-FF836A9A94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ADE51E1A-AC6E-599B-98BE-ECED8C1106DA}"/>
                </a:ext>
              </a:extLst>
            </p:cNvPr>
            <p:cNvCxnSpPr>
              <a:cxnSpLocks/>
            </p:cNvCxnSpPr>
            <p:nvPr/>
          </p:nvCxnSpPr>
          <p:spPr>
            <a:xfrm rot="10500000">
              <a:off x="6861509" y="1365322"/>
              <a:ext cx="1857148" cy="847043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C60082B6-69AA-DE8A-6364-BEE5BCE591C2}"/>
                </a:ext>
              </a:extLst>
            </p:cNvPr>
            <p:cNvCxnSpPr>
              <a:cxnSpLocks/>
            </p:cNvCxnSpPr>
            <p:nvPr/>
          </p:nvCxnSpPr>
          <p:spPr>
            <a:xfrm rot="10500000" flipH="1" flipV="1">
              <a:off x="7067074" y="709642"/>
              <a:ext cx="1857148" cy="847043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7487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1D3F01E-BD56-5BB1-48FF-1ABD4E5C9096}"/>
              </a:ext>
            </a:extLst>
          </p:cNvPr>
          <p:cNvGrpSpPr/>
          <p:nvPr/>
        </p:nvGrpSpPr>
        <p:grpSpPr>
          <a:xfrm>
            <a:off x="3809318" y="1923391"/>
            <a:ext cx="467089" cy="467089"/>
            <a:chOff x="5273980" y="3195455"/>
            <a:chExt cx="467089" cy="467089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743746C-B8E4-FF76-7792-A287BF80F13C}"/>
                </a:ext>
              </a:extLst>
            </p:cNvPr>
            <p:cNvSpPr/>
            <p:nvPr/>
          </p:nvSpPr>
          <p:spPr>
            <a:xfrm>
              <a:off x="5273980" y="3195455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CA3BB75-8C79-F428-B61F-751AAB3F3E9E}"/>
                    </a:ext>
                  </a:extLst>
                </p:cNvPr>
                <p:cNvSpPr txBox="1"/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CA3BB75-8C79-F428-B61F-751AAB3F3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blipFill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B95F40-1F65-674B-B68D-DF630103EFF6}"/>
              </a:ext>
            </a:extLst>
          </p:cNvPr>
          <p:cNvCxnSpPr>
            <a:cxnSpLocks/>
          </p:cNvCxnSpPr>
          <p:nvPr/>
        </p:nvCxnSpPr>
        <p:spPr>
          <a:xfrm>
            <a:off x="4341953" y="2156935"/>
            <a:ext cx="5581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AE5B5C9-26F0-77A9-A841-78FC0A96649D}"/>
              </a:ext>
            </a:extLst>
          </p:cNvPr>
          <p:cNvGrpSpPr/>
          <p:nvPr/>
        </p:nvGrpSpPr>
        <p:grpSpPr>
          <a:xfrm>
            <a:off x="3809318" y="2862919"/>
            <a:ext cx="467089" cy="467089"/>
            <a:chOff x="5273980" y="3195455"/>
            <a:chExt cx="467089" cy="46708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EA38599-D774-A3B0-08E1-CFE0BE8F50E2}"/>
                </a:ext>
              </a:extLst>
            </p:cNvPr>
            <p:cNvSpPr/>
            <p:nvPr/>
          </p:nvSpPr>
          <p:spPr>
            <a:xfrm>
              <a:off x="5273980" y="3195455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1F1C671-F8FB-61BE-7CAA-B1F1218FD94D}"/>
                    </a:ext>
                  </a:extLst>
                </p:cNvPr>
                <p:cNvSpPr txBox="1"/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1F1C671-F8FB-61BE-7CAA-B1F1218FD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blipFill>
                  <a:blip r:embed="rId4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F798D2-CB9A-3DB1-068A-203891DA156F}"/>
              </a:ext>
            </a:extLst>
          </p:cNvPr>
          <p:cNvCxnSpPr>
            <a:cxnSpLocks/>
          </p:cNvCxnSpPr>
          <p:nvPr/>
        </p:nvCxnSpPr>
        <p:spPr>
          <a:xfrm>
            <a:off x="4344642" y="3096463"/>
            <a:ext cx="5581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C45603-1522-EC20-3A0E-B164BB037C0C}"/>
              </a:ext>
            </a:extLst>
          </p:cNvPr>
          <p:cNvCxnSpPr>
            <a:cxnSpLocks/>
          </p:cNvCxnSpPr>
          <p:nvPr/>
        </p:nvCxnSpPr>
        <p:spPr>
          <a:xfrm>
            <a:off x="5486695" y="2156935"/>
            <a:ext cx="5581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71598D-72E9-C35E-9B1D-88C201A9D154}"/>
              </a:ext>
            </a:extLst>
          </p:cNvPr>
          <p:cNvCxnSpPr>
            <a:cxnSpLocks/>
          </p:cNvCxnSpPr>
          <p:nvPr/>
        </p:nvCxnSpPr>
        <p:spPr>
          <a:xfrm>
            <a:off x="5486695" y="3096463"/>
            <a:ext cx="5581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2F03B-1075-943F-99DC-68369AE00352}"/>
              </a:ext>
            </a:extLst>
          </p:cNvPr>
          <p:cNvSpPr/>
          <p:nvPr/>
        </p:nvSpPr>
        <p:spPr>
          <a:xfrm>
            <a:off x="6141243" y="1962748"/>
            <a:ext cx="388375" cy="3883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971E53-AE1F-1CDE-36B9-8AC94CD4B394}"/>
              </a:ext>
            </a:extLst>
          </p:cNvPr>
          <p:cNvSpPr/>
          <p:nvPr/>
        </p:nvSpPr>
        <p:spPr>
          <a:xfrm>
            <a:off x="6141242" y="2902276"/>
            <a:ext cx="388375" cy="3883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381A16D-691C-C313-FC33-9C8C7C5CBA57}"/>
              </a:ext>
            </a:extLst>
          </p:cNvPr>
          <p:cNvGrpSpPr/>
          <p:nvPr/>
        </p:nvGrpSpPr>
        <p:grpSpPr>
          <a:xfrm>
            <a:off x="4949070" y="2862919"/>
            <a:ext cx="467089" cy="467089"/>
            <a:chOff x="5273980" y="3195455"/>
            <a:chExt cx="467089" cy="467089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1EC285B-4E7F-E204-E556-9FCA0ACBF7CF}"/>
                </a:ext>
              </a:extLst>
            </p:cNvPr>
            <p:cNvSpPr/>
            <p:nvPr/>
          </p:nvSpPr>
          <p:spPr>
            <a:xfrm>
              <a:off x="5273980" y="3195455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5C2188A-C0D3-9CD9-09F8-476CA66671D4}"/>
                    </a:ext>
                  </a:extLst>
                </p:cNvPr>
                <p:cNvSpPr txBox="1"/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5C2188A-C0D3-9CD9-09F8-476CA66671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blipFill>
                  <a:blip r:embed="rId5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3D6A2A1-5AC4-282F-B2C0-5F5E924D307B}"/>
              </a:ext>
            </a:extLst>
          </p:cNvPr>
          <p:cNvGrpSpPr/>
          <p:nvPr/>
        </p:nvGrpSpPr>
        <p:grpSpPr>
          <a:xfrm>
            <a:off x="4951569" y="1923391"/>
            <a:ext cx="467089" cy="467089"/>
            <a:chOff x="5273980" y="3195455"/>
            <a:chExt cx="467089" cy="467089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AAE3CE0-1CD8-028A-5C3B-7C57E307C7D4}"/>
                </a:ext>
              </a:extLst>
            </p:cNvPr>
            <p:cNvSpPr/>
            <p:nvPr/>
          </p:nvSpPr>
          <p:spPr>
            <a:xfrm>
              <a:off x="5273980" y="3195455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2688BFD-48D4-C4FF-EC9D-E3C91E45E4E9}"/>
                    </a:ext>
                  </a:extLst>
                </p:cNvPr>
                <p:cNvSpPr txBox="1"/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2688BFD-48D4-C4FF-EC9D-E3C91E45E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blipFill>
                  <a:blip r:embed="rId6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189C979-0C2D-1DF1-D121-D040E2D3C3FE}"/>
                  </a:ext>
                </a:extLst>
              </p:cNvPr>
              <p:cNvSpPr txBox="1"/>
              <p:nvPr/>
            </p:nvSpPr>
            <p:spPr>
              <a:xfrm>
                <a:off x="4333704" y="3136763"/>
                <a:ext cx="57309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189C979-0C2D-1DF1-D121-D040E2D3C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704" y="3136763"/>
                <a:ext cx="573098" cy="153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5071683-FD4E-28F8-828D-6ABF960E787C}"/>
                  </a:ext>
                </a:extLst>
              </p:cNvPr>
              <p:cNvSpPr txBox="1"/>
              <p:nvPr/>
            </p:nvSpPr>
            <p:spPr>
              <a:xfrm>
                <a:off x="5479205" y="3136763"/>
                <a:ext cx="57309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5071683-FD4E-28F8-828D-6ABF960E7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205" y="3136763"/>
                <a:ext cx="573098" cy="1538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C5A290-A5E9-5596-F6B7-D586923A8EC6}"/>
                  </a:ext>
                </a:extLst>
              </p:cNvPr>
              <p:cNvSpPr txBox="1"/>
              <p:nvPr/>
            </p:nvSpPr>
            <p:spPr>
              <a:xfrm>
                <a:off x="5479205" y="1949644"/>
                <a:ext cx="57309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C5A290-A5E9-5596-F6B7-D586923A8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205" y="1949644"/>
                <a:ext cx="573098" cy="153888"/>
              </a:xfrm>
              <a:prstGeom prst="rect">
                <a:avLst/>
              </a:prstGeom>
              <a:blipFill>
                <a:blip r:embed="rId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CA42FFD-DDE8-0279-9B1D-D0366064656E}"/>
                  </a:ext>
                </a:extLst>
              </p:cNvPr>
              <p:cNvSpPr txBox="1"/>
              <p:nvPr/>
            </p:nvSpPr>
            <p:spPr>
              <a:xfrm>
                <a:off x="4333704" y="1968897"/>
                <a:ext cx="57309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CA42FFD-DDE8-0279-9B1D-D03660646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704" y="1968897"/>
                <a:ext cx="573098" cy="1538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01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07D47BA-5AA5-5633-307E-8D963831C60A}"/>
              </a:ext>
            </a:extLst>
          </p:cNvPr>
          <p:cNvGrpSpPr/>
          <p:nvPr/>
        </p:nvGrpSpPr>
        <p:grpSpPr>
          <a:xfrm>
            <a:off x="2651649" y="2393155"/>
            <a:ext cx="467089" cy="467089"/>
            <a:chOff x="2651649" y="2483000"/>
            <a:chExt cx="467089" cy="467089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4061B56-984C-C3AF-632A-DB92B94CA498}"/>
                </a:ext>
              </a:extLst>
            </p:cNvPr>
            <p:cNvSpPr/>
            <p:nvPr/>
          </p:nvSpPr>
          <p:spPr>
            <a:xfrm>
              <a:off x="2651649" y="2483000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95FE4D02-2276-0AEA-5EA5-6F733EFD7A6A}"/>
                    </a:ext>
                  </a:extLst>
                </p:cNvPr>
                <p:cNvSpPr txBox="1"/>
                <p:nvPr/>
              </p:nvSpPr>
              <p:spPr>
                <a:xfrm>
                  <a:off x="2712394" y="2569912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95FE4D02-2276-0AEA-5EA5-6F733EFD7A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2394" y="2569912"/>
                  <a:ext cx="345598" cy="246221"/>
                </a:xfrm>
                <a:prstGeom prst="rect">
                  <a:avLst/>
                </a:prstGeom>
                <a:blipFill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6CD879-80DB-4F49-535F-934A8ECDEA04}"/>
              </a:ext>
            </a:extLst>
          </p:cNvPr>
          <p:cNvCxnSpPr>
            <a:cxnSpLocks/>
          </p:cNvCxnSpPr>
          <p:nvPr/>
        </p:nvCxnSpPr>
        <p:spPr>
          <a:xfrm>
            <a:off x="3145174" y="2719765"/>
            <a:ext cx="597023" cy="2447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1D3F01E-BD56-5BB1-48FF-1ABD4E5C9096}"/>
              </a:ext>
            </a:extLst>
          </p:cNvPr>
          <p:cNvGrpSpPr/>
          <p:nvPr/>
        </p:nvGrpSpPr>
        <p:grpSpPr>
          <a:xfrm>
            <a:off x="3809318" y="1923391"/>
            <a:ext cx="467089" cy="467089"/>
            <a:chOff x="5273980" y="3195455"/>
            <a:chExt cx="467089" cy="467089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743746C-B8E4-FF76-7792-A287BF80F13C}"/>
                </a:ext>
              </a:extLst>
            </p:cNvPr>
            <p:cNvSpPr/>
            <p:nvPr/>
          </p:nvSpPr>
          <p:spPr>
            <a:xfrm>
              <a:off x="5273980" y="3195455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CA3BB75-8C79-F428-B61F-751AAB3F3E9E}"/>
                    </a:ext>
                  </a:extLst>
                </p:cNvPr>
                <p:cNvSpPr txBox="1"/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CA3BB75-8C79-F428-B61F-751AAB3F3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blipFill>
                  <a:blip r:embed="rId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B95F40-1F65-674B-B68D-DF630103EFF6}"/>
              </a:ext>
            </a:extLst>
          </p:cNvPr>
          <p:cNvCxnSpPr>
            <a:cxnSpLocks/>
          </p:cNvCxnSpPr>
          <p:nvPr/>
        </p:nvCxnSpPr>
        <p:spPr>
          <a:xfrm>
            <a:off x="4341953" y="2156935"/>
            <a:ext cx="5581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AE5B5C9-26F0-77A9-A841-78FC0A96649D}"/>
              </a:ext>
            </a:extLst>
          </p:cNvPr>
          <p:cNvGrpSpPr/>
          <p:nvPr/>
        </p:nvGrpSpPr>
        <p:grpSpPr>
          <a:xfrm>
            <a:off x="3809318" y="2862919"/>
            <a:ext cx="467089" cy="467089"/>
            <a:chOff x="5273980" y="3195455"/>
            <a:chExt cx="467089" cy="46708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EA38599-D774-A3B0-08E1-CFE0BE8F50E2}"/>
                </a:ext>
              </a:extLst>
            </p:cNvPr>
            <p:cNvSpPr/>
            <p:nvPr/>
          </p:nvSpPr>
          <p:spPr>
            <a:xfrm>
              <a:off x="5273980" y="3195455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1F1C671-F8FB-61BE-7CAA-B1F1218FD94D}"/>
                    </a:ext>
                  </a:extLst>
                </p:cNvPr>
                <p:cNvSpPr txBox="1"/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1F1C671-F8FB-61BE-7CAA-B1F1218FD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blipFill>
                  <a:blip r:embed="rId5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F798D2-CB9A-3DB1-068A-203891DA156F}"/>
              </a:ext>
            </a:extLst>
          </p:cNvPr>
          <p:cNvCxnSpPr>
            <a:cxnSpLocks/>
          </p:cNvCxnSpPr>
          <p:nvPr/>
        </p:nvCxnSpPr>
        <p:spPr>
          <a:xfrm>
            <a:off x="4344642" y="3096463"/>
            <a:ext cx="5581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ED2FF8E-6CA4-F129-A2CF-D850F7C2A94F}"/>
              </a:ext>
            </a:extLst>
          </p:cNvPr>
          <p:cNvCxnSpPr>
            <a:cxnSpLocks/>
          </p:cNvCxnSpPr>
          <p:nvPr/>
        </p:nvCxnSpPr>
        <p:spPr>
          <a:xfrm flipV="1">
            <a:off x="3151877" y="2245890"/>
            <a:ext cx="597023" cy="2447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C45603-1522-EC20-3A0E-B164BB037C0C}"/>
              </a:ext>
            </a:extLst>
          </p:cNvPr>
          <p:cNvCxnSpPr>
            <a:cxnSpLocks/>
          </p:cNvCxnSpPr>
          <p:nvPr/>
        </p:nvCxnSpPr>
        <p:spPr>
          <a:xfrm>
            <a:off x="5486695" y="2156935"/>
            <a:ext cx="5581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71598D-72E9-C35E-9B1D-88C201A9D154}"/>
              </a:ext>
            </a:extLst>
          </p:cNvPr>
          <p:cNvCxnSpPr>
            <a:cxnSpLocks/>
          </p:cNvCxnSpPr>
          <p:nvPr/>
        </p:nvCxnSpPr>
        <p:spPr>
          <a:xfrm>
            <a:off x="5486695" y="3096463"/>
            <a:ext cx="5581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2F03B-1075-943F-99DC-68369AE00352}"/>
              </a:ext>
            </a:extLst>
          </p:cNvPr>
          <p:cNvSpPr/>
          <p:nvPr/>
        </p:nvSpPr>
        <p:spPr>
          <a:xfrm>
            <a:off x="6141243" y="1962748"/>
            <a:ext cx="388375" cy="3883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971E53-AE1F-1CDE-36B9-8AC94CD4B394}"/>
              </a:ext>
            </a:extLst>
          </p:cNvPr>
          <p:cNvSpPr/>
          <p:nvPr/>
        </p:nvSpPr>
        <p:spPr>
          <a:xfrm>
            <a:off x="6141242" y="2902276"/>
            <a:ext cx="388375" cy="3883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381A16D-691C-C313-FC33-9C8C7C5CBA57}"/>
              </a:ext>
            </a:extLst>
          </p:cNvPr>
          <p:cNvGrpSpPr/>
          <p:nvPr/>
        </p:nvGrpSpPr>
        <p:grpSpPr>
          <a:xfrm>
            <a:off x="4949070" y="2862919"/>
            <a:ext cx="467089" cy="467089"/>
            <a:chOff x="5273980" y="3195455"/>
            <a:chExt cx="467089" cy="467089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1EC285B-4E7F-E204-E556-9FCA0ACBF7CF}"/>
                </a:ext>
              </a:extLst>
            </p:cNvPr>
            <p:cNvSpPr/>
            <p:nvPr/>
          </p:nvSpPr>
          <p:spPr>
            <a:xfrm>
              <a:off x="5273980" y="3195455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5C2188A-C0D3-9CD9-09F8-476CA66671D4}"/>
                    </a:ext>
                  </a:extLst>
                </p:cNvPr>
                <p:cNvSpPr txBox="1"/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5C2188A-C0D3-9CD9-09F8-476CA66671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blipFill>
                  <a:blip r:embed="rId6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3D6A2A1-5AC4-282F-B2C0-5F5E924D307B}"/>
              </a:ext>
            </a:extLst>
          </p:cNvPr>
          <p:cNvGrpSpPr/>
          <p:nvPr/>
        </p:nvGrpSpPr>
        <p:grpSpPr>
          <a:xfrm>
            <a:off x="4951569" y="1923391"/>
            <a:ext cx="467089" cy="467089"/>
            <a:chOff x="5273980" y="3195455"/>
            <a:chExt cx="467089" cy="467089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AAE3CE0-1CD8-028A-5C3B-7C57E307C7D4}"/>
                </a:ext>
              </a:extLst>
            </p:cNvPr>
            <p:cNvSpPr/>
            <p:nvPr/>
          </p:nvSpPr>
          <p:spPr>
            <a:xfrm>
              <a:off x="5273980" y="3195455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2688BFD-48D4-C4FF-EC9D-E3C91E45E4E9}"/>
                    </a:ext>
                  </a:extLst>
                </p:cNvPr>
                <p:cNvSpPr txBox="1"/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2688BFD-48D4-C4FF-EC9D-E3C91E45E4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blipFill>
                  <a:blip r:embed="rId7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189C979-0C2D-1DF1-D121-D040E2D3C3FE}"/>
                  </a:ext>
                </a:extLst>
              </p:cNvPr>
              <p:cNvSpPr txBox="1"/>
              <p:nvPr/>
            </p:nvSpPr>
            <p:spPr>
              <a:xfrm>
                <a:off x="4333704" y="3136763"/>
                <a:ext cx="57309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189C979-0C2D-1DF1-D121-D040E2D3C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704" y="3136763"/>
                <a:ext cx="573098" cy="1538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5071683-FD4E-28F8-828D-6ABF960E787C}"/>
                  </a:ext>
                </a:extLst>
              </p:cNvPr>
              <p:cNvSpPr txBox="1"/>
              <p:nvPr/>
            </p:nvSpPr>
            <p:spPr>
              <a:xfrm>
                <a:off x="5479205" y="3136763"/>
                <a:ext cx="57309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5071683-FD4E-28F8-828D-6ABF960E7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205" y="3136763"/>
                <a:ext cx="573098" cy="1538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C5A290-A5E9-5596-F6B7-D586923A8EC6}"/>
                  </a:ext>
                </a:extLst>
              </p:cNvPr>
              <p:cNvSpPr txBox="1"/>
              <p:nvPr/>
            </p:nvSpPr>
            <p:spPr>
              <a:xfrm>
                <a:off x="5479205" y="1949644"/>
                <a:ext cx="57309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C5A290-A5E9-5596-F6B7-D586923A8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205" y="1949644"/>
                <a:ext cx="573098" cy="153888"/>
              </a:xfrm>
              <a:prstGeom prst="rect">
                <a:avLst/>
              </a:prstGeom>
              <a:blipFill>
                <a:blip r:embed="rId1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CA42FFD-DDE8-0279-9B1D-D0366064656E}"/>
                  </a:ext>
                </a:extLst>
              </p:cNvPr>
              <p:cNvSpPr txBox="1"/>
              <p:nvPr/>
            </p:nvSpPr>
            <p:spPr>
              <a:xfrm>
                <a:off x="4333704" y="1968897"/>
                <a:ext cx="573098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CA42FFD-DDE8-0279-9B1D-D03660646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704" y="1968897"/>
                <a:ext cx="573098" cy="1538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6DD5CD-D213-3FC8-096D-B9008B5E4952}"/>
                  </a:ext>
                </a:extLst>
              </p:cNvPr>
              <p:cNvSpPr txBox="1"/>
              <p:nvPr/>
            </p:nvSpPr>
            <p:spPr>
              <a:xfrm>
                <a:off x="3054454" y="2902276"/>
                <a:ext cx="57309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6DD5CD-D213-3FC8-096D-B9008B5E4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454" y="2902276"/>
                <a:ext cx="573098" cy="307777"/>
              </a:xfrm>
              <a:prstGeom prst="rect">
                <a:avLst/>
              </a:prstGeom>
              <a:blipFill>
                <a:blip r:embed="rId1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EB33ED-4F5C-D313-7A32-80FA1DE5D24E}"/>
                  </a:ext>
                </a:extLst>
              </p:cNvPr>
              <p:cNvSpPr txBox="1"/>
              <p:nvPr/>
            </p:nvSpPr>
            <p:spPr>
              <a:xfrm>
                <a:off x="3054454" y="2010128"/>
                <a:ext cx="57309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EB33ED-4F5C-D313-7A32-80FA1DE5D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454" y="2010128"/>
                <a:ext cx="573098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631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07D47BA-5AA5-5633-307E-8D963831C60A}"/>
              </a:ext>
            </a:extLst>
          </p:cNvPr>
          <p:cNvGrpSpPr/>
          <p:nvPr/>
        </p:nvGrpSpPr>
        <p:grpSpPr>
          <a:xfrm>
            <a:off x="2651649" y="2393155"/>
            <a:ext cx="467089" cy="467089"/>
            <a:chOff x="2651649" y="2483000"/>
            <a:chExt cx="467089" cy="467089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4061B56-984C-C3AF-632A-DB92B94CA498}"/>
                </a:ext>
              </a:extLst>
            </p:cNvPr>
            <p:cNvSpPr/>
            <p:nvPr/>
          </p:nvSpPr>
          <p:spPr>
            <a:xfrm>
              <a:off x="2651649" y="2483000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95FE4D02-2276-0AEA-5EA5-6F733EFD7A6A}"/>
                    </a:ext>
                  </a:extLst>
                </p:cNvPr>
                <p:cNvSpPr txBox="1"/>
                <p:nvPr/>
              </p:nvSpPr>
              <p:spPr>
                <a:xfrm>
                  <a:off x="2712394" y="2569912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95FE4D02-2276-0AEA-5EA5-6F733EFD7A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2394" y="2569912"/>
                  <a:ext cx="345598" cy="246221"/>
                </a:xfrm>
                <a:prstGeom prst="rect">
                  <a:avLst/>
                </a:prstGeom>
                <a:blipFill>
                  <a:blip r:embed="rId2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6CD879-80DB-4F49-535F-934A8ECDEA04}"/>
              </a:ext>
            </a:extLst>
          </p:cNvPr>
          <p:cNvCxnSpPr>
            <a:cxnSpLocks/>
          </p:cNvCxnSpPr>
          <p:nvPr/>
        </p:nvCxnSpPr>
        <p:spPr>
          <a:xfrm>
            <a:off x="3145174" y="2719765"/>
            <a:ext cx="597023" cy="2447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B2CA1D7-BE78-6EF2-1AAA-EB895EA08656}"/>
              </a:ext>
            </a:extLst>
          </p:cNvPr>
          <p:cNvGrpSpPr/>
          <p:nvPr/>
        </p:nvGrpSpPr>
        <p:grpSpPr>
          <a:xfrm>
            <a:off x="3038127" y="1887760"/>
            <a:ext cx="573098" cy="423064"/>
            <a:chOff x="3987585" y="2593433"/>
            <a:chExt cx="573098" cy="423064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97E3AE4-3064-E017-7B78-A87197C90F34}"/>
                </a:ext>
              </a:extLst>
            </p:cNvPr>
            <p:cNvSpPr txBox="1"/>
            <p:nvPr/>
          </p:nvSpPr>
          <p:spPr>
            <a:xfrm>
              <a:off x="4101335" y="2593433"/>
              <a:ext cx="3455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b="1" dirty="0"/>
                <a:t>0.5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9AADBFA5-DE97-8F2D-45F7-B0A5F8E9DD67}"/>
                    </a:ext>
                  </a:extLst>
                </p:cNvPr>
                <p:cNvSpPr txBox="1"/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000" b="0" dirty="0">
                      <a:solidFill>
                        <a:schemeClr val="tx1"/>
                      </a:solidFill>
                    </a:rPr>
                    <a:t>r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9AADBFA5-DE97-8F2D-45F7-B0A5F8E9DD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blipFill>
                  <a:blip r:embed="rId3"/>
                  <a:stretch>
                    <a:fillRect t="-23077" b="-5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1D3F01E-BD56-5BB1-48FF-1ABD4E5C9096}"/>
              </a:ext>
            </a:extLst>
          </p:cNvPr>
          <p:cNvGrpSpPr/>
          <p:nvPr/>
        </p:nvGrpSpPr>
        <p:grpSpPr>
          <a:xfrm>
            <a:off x="3809318" y="1923391"/>
            <a:ext cx="467089" cy="467089"/>
            <a:chOff x="5273980" y="3195455"/>
            <a:chExt cx="467089" cy="467089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743746C-B8E4-FF76-7792-A287BF80F13C}"/>
                </a:ext>
              </a:extLst>
            </p:cNvPr>
            <p:cNvSpPr/>
            <p:nvPr/>
          </p:nvSpPr>
          <p:spPr>
            <a:xfrm>
              <a:off x="5273980" y="3195455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CA3BB75-8C79-F428-B61F-751AAB3F3E9E}"/>
                    </a:ext>
                  </a:extLst>
                </p:cNvPr>
                <p:cNvSpPr txBox="1"/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ACA3BB75-8C79-F428-B61F-751AAB3F3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blipFill>
                  <a:blip r:embed="rId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CB95F40-1F65-674B-B68D-DF630103EFF6}"/>
              </a:ext>
            </a:extLst>
          </p:cNvPr>
          <p:cNvCxnSpPr>
            <a:cxnSpLocks/>
          </p:cNvCxnSpPr>
          <p:nvPr/>
        </p:nvCxnSpPr>
        <p:spPr>
          <a:xfrm>
            <a:off x="4341953" y="2156936"/>
            <a:ext cx="5581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B96855C-EF58-13D1-2BCA-382313B00DDD}"/>
              </a:ext>
            </a:extLst>
          </p:cNvPr>
          <p:cNvGrpSpPr/>
          <p:nvPr/>
        </p:nvGrpSpPr>
        <p:grpSpPr>
          <a:xfrm>
            <a:off x="4334463" y="1676228"/>
            <a:ext cx="573098" cy="423064"/>
            <a:chOff x="3987585" y="2593433"/>
            <a:chExt cx="573098" cy="42306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A1C0806-0997-6642-EE81-5AD1160EB1A2}"/>
                </a:ext>
              </a:extLst>
            </p:cNvPr>
            <p:cNvSpPr txBox="1"/>
            <p:nvPr/>
          </p:nvSpPr>
          <p:spPr>
            <a:xfrm>
              <a:off x="4101335" y="2593433"/>
              <a:ext cx="3455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60A5F1D-0B2E-7CEF-7827-C29E7F9E7992}"/>
                    </a:ext>
                  </a:extLst>
                </p:cNvPr>
                <p:cNvSpPr txBox="1"/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000" b="0" dirty="0">
                      <a:solidFill>
                        <a:schemeClr val="tx1"/>
                      </a:solidFill>
                    </a:rPr>
                    <a:t>r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60A5F1D-0B2E-7CEF-7827-C29E7F9E79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blipFill>
                  <a:blip r:embed="rId6"/>
                  <a:stretch>
                    <a:fillRect t="-30769" b="-46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AE5B5C9-26F0-77A9-A841-78FC0A96649D}"/>
              </a:ext>
            </a:extLst>
          </p:cNvPr>
          <p:cNvGrpSpPr/>
          <p:nvPr/>
        </p:nvGrpSpPr>
        <p:grpSpPr>
          <a:xfrm>
            <a:off x="3809318" y="2862919"/>
            <a:ext cx="467089" cy="467089"/>
            <a:chOff x="5273980" y="3195455"/>
            <a:chExt cx="467089" cy="46708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EA38599-D774-A3B0-08E1-CFE0BE8F50E2}"/>
                </a:ext>
              </a:extLst>
            </p:cNvPr>
            <p:cNvSpPr/>
            <p:nvPr/>
          </p:nvSpPr>
          <p:spPr>
            <a:xfrm>
              <a:off x="5273980" y="3195455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1F1C671-F8FB-61BE-7CAA-B1F1218FD94D}"/>
                    </a:ext>
                  </a:extLst>
                </p:cNvPr>
                <p:cNvSpPr txBox="1"/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1F1C671-F8FB-61BE-7CAA-B1F1218FD9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725" y="3284118"/>
                  <a:ext cx="345598" cy="246221"/>
                </a:xfrm>
                <a:prstGeom prst="rect">
                  <a:avLst/>
                </a:prstGeom>
                <a:blipFill>
                  <a:blip r:embed="rId7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26E0E7-1354-AF08-322A-C29EC938B72E}"/>
              </a:ext>
            </a:extLst>
          </p:cNvPr>
          <p:cNvGrpSpPr/>
          <p:nvPr/>
        </p:nvGrpSpPr>
        <p:grpSpPr>
          <a:xfrm>
            <a:off x="3038127" y="2884931"/>
            <a:ext cx="573098" cy="423064"/>
            <a:chOff x="3987585" y="2593433"/>
            <a:chExt cx="573098" cy="42306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7D79B60-4696-577F-9C6B-E237F586B36F}"/>
                </a:ext>
              </a:extLst>
            </p:cNvPr>
            <p:cNvSpPr txBox="1"/>
            <p:nvPr/>
          </p:nvSpPr>
          <p:spPr>
            <a:xfrm>
              <a:off x="4101335" y="2593433"/>
              <a:ext cx="3455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b="1" dirty="0"/>
                <a:t>0.5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FB142B5-7CE7-99A2-C3D1-E589B330DBB9}"/>
                    </a:ext>
                  </a:extLst>
                </p:cNvPr>
                <p:cNvSpPr txBox="1"/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000" b="0" dirty="0">
                      <a:solidFill>
                        <a:schemeClr val="tx1"/>
                      </a:solidFill>
                    </a:rPr>
                    <a:t>r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FB142B5-7CE7-99A2-C3D1-E589B330DB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7585" y="2862609"/>
                  <a:ext cx="573098" cy="153888"/>
                </a:xfrm>
                <a:prstGeom prst="rect">
                  <a:avLst/>
                </a:prstGeom>
                <a:blipFill>
                  <a:blip r:embed="rId8"/>
                  <a:stretch>
                    <a:fillRect t="-23077" b="-46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F798D2-CB9A-3DB1-068A-203891DA156F}"/>
              </a:ext>
            </a:extLst>
          </p:cNvPr>
          <p:cNvCxnSpPr>
            <a:cxnSpLocks/>
          </p:cNvCxnSpPr>
          <p:nvPr/>
        </p:nvCxnSpPr>
        <p:spPr>
          <a:xfrm>
            <a:off x="4341953" y="3096463"/>
            <a:ext cx="5581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49BFCC3-C789-E49A-4993-3856378D9978}"/>
              </a:ext>
            </a:extLst>
          </p:cNvPr>
          <p:cNvGrpSpPr/>
          <p:nvPr/>
        </p:nvGrpSpPr>
        <p:grpSpPr>
          <a:xfrm>
            <a:off x="4334463" y="3140935"/>
            <a:ext cx="573098" cy="423064"/>
            <a:chOff x="4334463" y="3341541"/>
            <a:chExt cx="573098" cy="423064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82F5998-BFDB-2A4F-F1BC-746E1005D393}"/>
                </a:ext>
              </a:extLst>
            </p:cNvPr>
            <p:cNvSpPr txBox="1"/>
            <p:nvPr/>
          </p:nvSpPr>
          <p:spPr>
            <a:xfrm>
              <a:off x="4448213" y="3341541"/>
              <a:ext cx="34559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b="1" dirty="0"/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464BB9D-0E56-B0BA-0050-C3AC17B0AC48}"/>
                    </a:ext>
                  </a:extLst>
                </p:cNvPr>
                <p:cNvSpPr txBox="1"/>
                <p:nvPr/>
              </p:nvSpPr>
              <p:spPr>
                <a:xfrm>
                  <a:off x="4334463" y="3610717"/>
                  <a:ext cx="57309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1000" b="0" dirty="0">
                      <a:solidFill>
                        <a:schemeClr val="tx1"/>
                      </a:solidFill>
                    </a:rPr>
                    <a:t>r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464BB9D-0E56-B0BA-0050-C3AC17B0AC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4463" y="3610717"/>
                  <a:ext cx="573098" cy="153888"/>
                </a:xfrm>
                <a:prstGeom prst="rect">
                  <a:avLst/>
                </a:prstGeom>
                <a:blipFill>
                  <a:blip r:embed="rId10"/>
                  <a:stretch>
                    <a:fillRect t="-23077" b="-46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ED2FF8E-6CA4-F129-A2CF-D850F7C2A94F}"/>
              </a:ext>
            </a:extLst>
          </p:cNvPr>
          <p:cNvCxnSpPr>
            <a:cxnSpLocks/>
          </p:cNvCxnSpPr>
          <p:nvPr/>
        </p:nvCxnSpPr>
        <p:spPr>
          <a:xfrm flipV="1">
            <a:off x="3151877" y="2245890"/>
            <a:ext cx="597023" cy="2447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86CD00E-983C-08B6-B046-E2F691CA21C1}"/>
              </a:ext>
            </a:extLst>
          </p:cNvPr>
          <p:cNvSpPr/>
          <p:nvPr/>
        </p:nvSpPr>
        <p:spPr>
          <a:xfrm>
            <a:off x="4988429" y="1966596"/>
            <a:ext cx="388375" cy="3883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FF2F76-8D57-4AB5-CB1F-BF11F61B308F}"/>
              </a:ext>
            </a:extLst>
          </p:cNvPr>
          <p:cNvSpPr/>
          <p:nvPr/>
        </p:nvSpPr>
        <p:spPr>
          <a:xfrm>
            <a:off x="4988428" y="2902275"/>
            <a:ext cx="388375" cy="3883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69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EAB1FD12-AC0E-1290-D852-8930506DB4CC}"/>
              </a:ext>
            </a:extLst>
          </p:cNvPr>
          <p:cNvGrpSpPr/>
          <p:nvPr/>
        </p:nvGrpSpPr>
        <p:grpSpPr>
          <a:xfrm>
            <a:off x="2098026" y="2821685"/>
            <a:ext cx="2306421" cy="467089"/>
            <a:chOff x="687401" y="1208751"/>
            <a:chExt cx="2306421" cy="46708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10F40E0-2332-FB48-5D7E-64E30B9E60FF}"/>
                </a:ext>
              </a:extLst>
            </p:cNvPr>
            <p:cNvGrpSpPr/>
            <p:nvPr/>
          </p:nvGrpSpPr>
          <p:grpSpPr>
            <a:xfrm>
              <a:off x="1518601" y="1208751"/>
              <a:ext cx="644021" cy="467089"/>
              <a:chOff x="1510917" y="1208751"/>
              <a:chExt cx="644021" cy="467089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036C657-A0EA-8D8C-640A-45A2F7042573}"/>
                  </a:ext>
                </a:extLst>
              </p:cNvPr>
              <p:cNvSpPr/>
              <p:nvPr/>
            </p:nvSpPr>
            <p:spPr>
              <a:xfrm>
                <a:off x="1586285" y="1208751"/>
                <a:ext cx="467089" cy="4670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Curved Connector 24">
                <a:extLst>
                  <a:ext uri="{FF2B5EF4-FFF2-40B4-BE49-F238E27FC236}">
                    <a16:creationId xmlns:a16="http://schemas.microsoft.com/office/drawing/2014/main" id="{E067E23C-3A46-6B6B-F0FA-BD679ED19C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88955" y="1291710"/>
                <a:ext cx="65983" cy="301171"/>
              </a:xfrm>
              <a:prstGeom prst="curvedConnector4">
                <a:avLst>
                  <a:gd name="adj1" fmla="val -423442"/>
                  <a:gd name="adj2" fmla="val 11768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urved Connector 25">
                <a:extLst>
                  <a:ext uri="{FF2B5EF4-FFF2-40B4-BE49-F238E27FC236}">
                    <a16:creationId xmlns:a16="http://schemas.microsoft.com/office/drawing/2014/main" id="{BAE5A34A-DFA8-F784-AB57-63991EF553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0917" y="1291710"/>
                <a:ext cx="65983" cy="301171"/>
              </a:xfrm>
              <a:prstGeom prst="curvedConnector4">
                <a:avLst>
                  <a:gd name="adj1" fmla="val -423442"/>
                  <a:gd name="adj2" fmla="val 11768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C51084E1-A6D0-3BEC-0256-04DFC409BA9D}"/>
                      </a:ext>
                    </a:extLst>
                  </p:cNvPr>
                  <p:cNvSpPr txBox="1"/>
                  <p:nvPr/>
                </p:nvSpPr>
                <p:spPr>
                  <a:xfrm>
                    <a:off x="1647030" y="1319185"/>
                    <a:ext cx="34559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C51084E1-A6D0-3BEC-0256-04DFC409BA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47030" y="1319185"/>
                    <a:ext cx="345598" cy="24622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0BDB17E-055E-9B4C-B064-477DD81EE54B}"/>
                </a:ext>
              </a:extLst>
            </p:cNvPr>
            <p:cNvGrpSpPr/>
            <p:nvPr/>
          </p:nvGrpSpPr>
          <p:grpSpPr>
            <a:xfrm>
              <a:off x="687401" y="1230763"/>
              <a:ext cx="573098" cy="423064"/>
              <a:chOff x="3987585" y="2593433"/>
              <a:chExt cx="573098" cy="423064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0FFD89-C97F-C4BB-80E5-3EFFA45695C8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0.5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D2CD45D1-01DD-6C58-BBAC-D95B06CC7359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D2CD45D1-01DD-6C58-BBAC-D95B06CC73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30769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2526EAD-F39C-4C8C-01DF-CE96C839947E}"/>
                </a:ext>
              </a:extLst>
            </p:cNvPr>
            <p:cNvGrpSpPr/>
            <p:nvPr/>
          </p:nvGrpSpPr>
          <p:grpSpPr>
            <a:xfrm>
              <a:off x="2420724" y="1230763"/>
              <a:ext cx="573098" cy="423064"/>
              <a:chOff x="3987585" y="2593433"/>
              <a:chExt cx="573098" cy="423064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3C30D7E-14F6-8C1E-C680-2A2FF81D7747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0.5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102B14F-8083-A260-E4E4-7EED63044FE9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102B14F-8083-A260-E4E4-7EED63044F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30769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342E143-0623-DB08-0AF2-88C6451EA3F7}"/>
              </a:ext>
            </a:extLst>
          </p:cNvPr>
          <p:cNvGrpSpPr/>
          <p:nvPr/>
        </p:nvGrpSpPr>
        <p:grpSpPr>
          <a:xfrm>
            <a:off x="5801359" y="2280840"/>
            <a:ext cx="4360212" cy="1548778"/>
            <a:chOff x="5741069" y="709642"/>
            <a:chExt cx="4360212" cy="1548778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000B68C-844E-EF51-634A-32F86E063E59}"/>
                </a:ext>
              </a:extLst>
            </p:cNvPr>
            <p:cNvSpPr/>
            <p:nvPr/>
          </p:nvSpPr>
          <p:spPr>
            <a:xfrm>
              <a:off x="6613974" y="871232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D590C3E-97DD-573F-694E-C4938D4C12FC}"/>
                </a:ext>
              </a:extLst>
            </p:cNvPr>
            <p:cNvSpPr/>
            <p:nvPr/>
          </p:nvSpPr>
          <p:spPr>
            <a:xfrm>
              <a:off x="8704667" y="1583687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Curved Connector 75">
              <a:extLst>
                <a:ext uri="{FF2B5EF4-FFF2-40B4-BE49-F238E27FC236}">
                  <a16:creationId xmlns:a16="http://schemas.microsoft.com/office/drawing/2014/main" id="{65B6C4D4-8A52-29E7-BDE7-B22DD9897F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37895" y="1791573"/>
              <a:ext cx="65983" cy="301171"/>
            </a:xfrm>
            <a:prstGeom prst="curvedConnector4">
              <a:avLst>
                <a:gd name="adj1" fmla="val -423442"/>
                <a:gd name="adj2" fmla="val 11768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urved Connector 76">
              <a:extLst>
                <a:ext uri="{FF2B5EF4-FFF2-40B4-BE49-F238E27FC236}">
                  <a16:creationId xmlns:a16="http://schemas.microsoft.com/office/drawing/2014/main" id="{40BA2062-10DE-FD47-7411-F55270AEC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0102" y="861219"/>
              <a:ext cx="65983" cy="301171"/>
            </a:xfrm>
            <a:prstGeom prst="curvedConnector4">
              <a:avLst>
                <a:gd name="adj1" fmla="val -423442"/>
                <a:gd name="adj2" fmla="val 11768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D3457DD8-FBF8-4522-40CC-EF3153393402}"/>
                    </a:ext>
                  </a:extLst>
                </p:cNvPr>
                <p:cNvSpPr txBox="1"/>
                <p:nvPr/>
              </p:nvSpPr>
              <p:spPr>
                <a:xfrm>
                  <a:off x="6676215" y="954256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D3457DD8-FBF8-4522-40CC-EF31533934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6215" y="954256"/>
                  <a:ext cx="345598" cy="246221"/>
                </a:xfrm>
                <a:prstGeom prst="rect">
                  <a:avLst/>
                </a:prstGeom>
                <a:blipFill>
                  <a:blip r:embed="rId5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5569732-E9D5-F28B-1D53-AB10276BE199}"/>
                    </a:ext>
                  </a:extLst>
                </p:cNvPr>
                <p:cNvSpPr txBox="1"/>
                <p:nvPr/>
              </p:nvSpPr>
              <p:spPr>
                <a:xfrm>
                  <a:off x="8766908" y="1668462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5569732-E9D5-F28B-1D53-AB10276BE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908" y="1668462"/>
                  <a:ext cx="345598" cy="246221"/>
                </a:xfrm>
                <a:prstGeom prst="rect">
                  <a:avLst/>
                </a:prstGeom>
                <a:blipFill>
                  <a:blip r:embed="rId6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9DA8823-59DB-39DD-C560-2C263F8C6F7D}"/>
                </a:ext>
              </a:extLst>
            </p:cNvPr>
            <p:cNvGrpSpPr/>
            <p:nvPr/>
          </p:nvGrpSpPr>
          <p:grpSpPr>
            <a:xfrm>
              <a:off x="7257675" y="846824"/>
              <a:ext cx="573098" cy="423064"/>
              <a:chOff x="3987585" y="2593433"/>
              <a:chExt cx="573098" cy="423064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E2CCE31-8008-7397-9921-805721BCE3FB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0.5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580BF349-890A-3A61-BA7B-8DD25C9E0A73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580BF349-890A-3A61-BA7B-8DD25C9E0A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FE637421-34AB-6514-21A2-48DD771DEC84}"/>
                </a:ext>
              </a:extLst>
            </p:cNvPr>
            <p:cNvGrpSpPr/>
            <p:nvPr/>
          </p:nvGrpSpPr>
          <p:grpSpPr>
            <a:xfrm>
              <a:off x="7956726" y="1654230"/>
              <a:ext cx="573098" cy="423064"/>
              <a:chOff x="3987585" y="2593433"/>
              <a:chExt cx="573098" cy="423064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4B314C1-C449-3F9B-C456-C0E5BDDD48DC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0.5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E415659-BD15-8F1D-99F0-309420F54272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E415659-BD15-8F1D-99F0-309420F542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A7FA9FF-0064-73A6-3732-827146A7F8BF}"/>
                </a:ext>
              </a:extLst>
            </p:cNvPr>
            <p:cNvGrpSpPr/>
            <p:nvPr/>
          </p:nvGrpSpPr>
          <p:grpSpPr>
            <a:xfrm>
              <a:off x="9528183" y="1835356"/>
              <a:ext cx="573098" cy="423064"/>
              <a:chOff x="3987585" y="2593433"/>
              <a:chExt cx="573098" cy="423064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270AFC0-C99E-8194-5805-21F1FFC59189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0.5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A233BBCB-AB66-1157-D60B-B9E30A3C5E08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A233BBCB-AB66-1157-D60B-B9E30A3C5E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DE163949-D5AA-49D2-0022-769B79F29671}"/>
                </a:ext>
              </a:extLst>
            </p:cNvPr>
            <p:cNvGrpSpPr/>
            <p:nvPr/>
          </p:nvGrpSpPr>
          <p:grpSpPr>
            <a:xfrm>
              <a:off x="5741069" y="728681"/>
              <a:ext cx="573098" cy="423064"/>
              <a:chOff x="3987585" y="2593433"/>
              <a:chExt cx="573098" cy="423064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B9E0B40-F5AD-8DB4-46C0-324AF2043316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0.5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2E620F1E-B7B4-C4E9-E920-5D0BB3004598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2E620F1E-B7B4-C4E9-E920-5D0BB30045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4" name="Curved Connector 83">
              <a:extLst>
                <a:ext uri="{FF2B5EF4-FFF2-40B4-BE49-F238E27FC236}">
                  <a16:creationId xmlns:a16="http://schemas.microsoft.com/office/drawing/2014/main" id="{4E95CE33-0355-6C3B-1BA2-1E3E72E7330F}"/>
                </a:ext>
              </a:extLst>
            </p:cNvPr>
            <p:cNvCxnSpPr>
              <a:cxnSpLocks/>
            </p:cNvCxnSpPr>
            <p:nvPr/>
          </p:nvCxnSpPr>
          <p:spPr>
            <a:xfrm rot="10500000">
              <a:off x="6861509" y="1365322"/>
              <a:ext cx="1857148" cy="847043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urved Connector 84">
              <a:extLst>
                <a:ext uri="{FF2B5EF4-FFF2-40B4-BE49-F238E27FC236}">
                  <a16:creationId xmlns:a16="http://schemas.microsoft.com/office/drawing/2014/main" id="{E615E8D8-7E91-DF77-3F32-5EB082ADD4FB}"/>
                </a:ext>
              </a:extLst>
            </p:cNvPr>
            <p:cNvCxnSpPr>
              <a:cxnSpLocks/>
            </p:cNvCxnSpPr>
            <p:nvPr/>
          </p:nvCxnSpPr>
          <p:spPr>
            <a:xfrm rot="10500000" flipH="1" flipV="1">
              <a:off x="7067074" y="709642"/>
              <a:ext cx="1857148" cy="847043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0866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9C483B3B-9D20-5A7D-06D8-3F92F955ACF2}"/>
              </a:ext>
            </a:extLst>
          </p:cNvPr>
          <p:cNvGrpSpPr/>
          <p:nvPr/>
        </p:nvGrpSpPr>
        <p:grpSpPr>
          <a:xfrm>
            <a:off x="1111664" y="2503997"/>
            <a:ext cx="3487307" cy="1548778"/>
            <a:chOff x="2211121" y="2215526"/>
            <a:chExt cx="3487307" cy="1548778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000B68C-844E-EF51-634A-32F86E063E59}"/>
                </a:ext>
              </a:extLst>
            </p:cNvPr>
            <p:cNvSpPr/>
            <p:nvPr/>
          </p:nvSpPr>
          <p:spPr>
            <a:xfrm>
              <a:off x="2211121" y="2377116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D590C3E-97DD-573F-694E-C4938D4C12FC}"/>
                </a:ext>
              </a:extLst>
            </p:cNvPr>
            <p:cNvSpPr/>
            <p:nvPr/>
          </p:nvSpPr>
          <p:spPr>
            <a:xfrm>
              <a:off x="4301814" y="3089571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Curved Connector 75">
              <a:extLst>
                <a:ext uri="{FF2B5EF4-FFF2-40B4-BE49-F238E27FC236}">
                  <a16:creationId xmlns:a16="http://schemas.microsoft.com/office/drawing/2014/main" id="{65B6C4D4-8A52-29E7-BDE7-B22DD9897F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5042" y="3297457"/>
              <a:ext cx="65983" cy="301171"/>
            </a:xfrm>
            <a:prstGeom prst="curvedConnector4">
              <a:avLst>
                <a:gd name="adj1" fmla="val -423442"/>
                <a:gd name="adj2" fmla="val 11768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D3457DD8-FBF8-4522-40CC-EF3153393402}"/>
                    </a:ext>
                  </a:extLst>
                </p:cNvPr>
                <p:cNvSpPr txBox="1"/>
                <p:nvPr/>
              </p:nvSpPr>
              <p:spPr>
                <a:xfrm>
                  <a:off x="2273362" y="2460140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D3457DD8-FBF8-4522-40CC-EF31533934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3362" y="2460140"/>
                  <a:ext cx="345598" cy="246221"/>
                </a:xfrm>
                <a:prstGeom prst="rect">
                  <a:avLst/>
                </a:prstGeom>
                <a:blipFill>
                  <a:blip r:embed="rId2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5569732-E9D5-F28B-1D53-AB10276BE199}"/>
                    </a:ext>
                  </a:extLst>
                </p:cNvPr>
                <p:cNvSpPr txBox="1"/>
                <p:nvPr/>
              </p:nvSpPr>
              <p:spPr>
                <a:xfrm>
                  <a:off x="4364055" y="3174346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5569732-E9D5-F28B-1D53-AB10276BE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4055" y="3174346"/>
                  <a:ext cx="345598" cy="246221"/>
                </a:xfrm>
                <a:prstGeom prst="rect">
                  <a:avLst/>
                </a:prstGeom>
                <a:blipFill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89DA8823-59DB-39DD-C560-2C263F8C6F7D}"/>
                </a:ext>
              </a:extLst>
            </p:cNvPr>
            <p:cNvGrpSpPr/>
            <p:nvPr/>
          </p:nvGrpSpPr>
          <p:grpSpPr>
            <a:xfrm>
              <a:off x="2854822" y="2352708"/>
              <a:ext cx="573098" cy="423064"/>
              <a:chOff x="3987585" y="2593433"/>
              <a:chExt cx="573098" cy="423064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E2CCE31-8008-7397-9921-805721BCE3FB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1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580BF349-890A-3A61-BA7B-8DD25C9E0A73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580BF349-890A-3A61-BA7B-8DD25C9E0A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FE637421-34AB-6514-21A2-48DD771DEC84}"/>
                </a:ext>
              </a:extLst>
            </p:cNvPr>
            <p:cNvGrpSpPr/>
            <p:nvPr/>
          </p:nvGrpSpPr>
          <p:grpSpPr>
            <a:xfrm>
              <a:off x="3553873" y="3160114"/>
              <a:ext cx="573098" cy="423064"/>
              <a:chOff x="3987585" y="2593433"/>
              <a:chExt cx="573098" cy="423064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4B314C1-C449-3F9B-C456-C0E5BDDD48DC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0.5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E415659-BD15-8F1D-99F0-309420F54272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E415659-BD15-8F1D-99F0-309420F542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30769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A7FA9FF-0064-73A6-3732-827146A7F8BF}"/>
                </a:ext>
              </a:extLst>
            </p:cNvPr>
            <p:cNvGrpSpPr/>
            <p:nvPr/>
          </p:nvGrpSpPr>
          <p:grpSpPr>
            <a:xfrm>
              <a:off x="5125330" y="3341240"/>
              <a:ext cx="573098" cy="423064"/>
              <a:chOff x="3987585" y="2593433"/>
              <a:chExt cx="573098" cy="423064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270AFC0-C99E-8194-5805-21F1FFC59189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0.5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A233BBCB-AB66-1157-D60B-B9E30A3C5E08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A233BBCB-AB66-1157-D60B-B9E30A3C5E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4" name="Curved Connector 83">
              <a:extLst>
                <a:ext uri="{FF2B5EF4-FFF2-40B4-BE49-F238E27FC236}">
                  <a16:creationId xmlns:a16="http://schemas.microsoft.com/office/drawing/2014/main" id="{4E95CE33-0355-6C3B-1BA2-1E3E72E7330F}"/>
                </a:ext>
              </a:extLst>
            </p:cNvPr>
            <p:cNvCxnSpPr>
              <a:cxnSpLocks/>
            </p:cNvCxnSpPr>
            <p:nvPr/>
          </p:nvCxnSpPr>
          <p:spPr>
            <a:xfrm rot="10500000">
              <a:off x="2458656" y="2871206"/>
              <a:ext cx="1857148" cy="847043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urved Connector 84">
              <a:extLst>
                <a:ext uri="{FF2B5EF4-FFF2-40B4-BE49-F238E27FC236}">
                  <a16:creationId xmlns:a16="http://schemas.microsoft.com/office/drawing/2014/main" id="{E615E8D8-7E91-DF77-3F32-5EB082ADD4FB}"/>
                </a:ext>
              </a:extLst>
            </p:cNvPr>
            <p:cNvCxnSpPr>
              <a:cxnSpLocks/>
            </p:cNvCxnSpPr>
            <p:nvPr/>
          </p:nvCxnSpPr>
          <p:spPr>
            <a:xfrm rot="10500000" flipH="1" flipV="1">
              <a:off x="2664221" y="2215526"/>
              <a:ext cx="1857148" cy="847043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535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897D1-6579-FEE6-FA57-2732B9A8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8B5F339-B02D-85E0-679B-EBFA63B2E007}"/>
              </a:ext>
            </a:extLst>
          </p:cNvPr>
          <p:cNvGrpSpPr/>
          <p:nvPr/>
        </p:nvGrpSpPr>
        <p:grpSpPr>
          <a:xfrm>
            <a:off x="5977972" y="2271749"/>
            <a:ext cx="3487307" cy="2013275"/>
            <a:chOff x="5944921" y="3547172"/>
            <a:chExt cx="3487307" cy="2013275"/>
          </a:xfrm>
        </p:grpSpPr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7AA3AB60-7747-87AF-9D29-B7F8184DF3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68842" y="5093600"/>
              <a:ext cx="65983" cy="301171"/>
            </a:xfrm>
            <a:prstGeom prst="curvedConnector4">
              <a:avLst>
                <a:gd name="adj1" fmla="val -423442"/>
                <a:gd name="adj2" fmla="val 11768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C9595F9-ED17-A40D-A45B-EBE3D4BDD564}"/>
                </a:ext>
              </a:extLst>
            </p:cNvPr>
            <p:cNvGrpSpPr/>
            <p:nvPr/>
          </p:nvGrpSpPr>
          <p:grpSpPr>
            <a:xfrm>
              <a:off x="5944921" y="4173259"/>
              <a:ext cx="467089" cy="467089"/>
              <a:chOff x="5944921" y="4173259"/>
              <a:chExt cx="467089" cy="467089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E85CC7C-7C24-C502-9171-E1D120BAB7A4}"/>
                  </a:ext>
                </a:extLst>
              </p:cNvPr>
              <p:cNvSpPr/>
              <p:nvPr/>
            </p:nvSpPr>
            <p:spPr>
              <a:xfrm>
                <a:off x="5944921" y="4173259"/>
                <a:ext cx="467089" cy="4670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6C9A0AA0-32B8-381F-F4CE-D45FA2000FF0}"/>
                      </a:ext>
                    </a:extLst>
                  </p:cNvPr>
                  <p:cNvSpPr txBox="1"/>
                  <p:nvPr/>
                </p:nvSpPr>
                <p:spPr>
                  <a:xfrm>
                    <a:off x="6007162" y="4256283"/>
                    <a:ext cx="34559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FECB2954-39E7-8CF0-01E9-063EBA2699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7162" y="4256283"/>
                    <a:ext cx="345598" cy="2462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DA11D20-B1B8-4C73-D0CB-8FE463426D2F}"/>
                </a:ext>
              </a:extLst>
            </p:cNvPr>
            <p:cNvGrpSpPr/>
            <p:nvPr/>
          </p:nvGrpSpPr>
          <p:grpSpPr>
            <a:xfrm>
              <a:off x="8035614" y="4885714"/>
              <a:ext cx="467089" cy="467089"/>
              <a:chOff x="8035614" y="4885714"/>
              <a:chExt cx="467089" cy="46708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0D9246A-D53F-9441-91F0-E1FD74736E23}"/>
                  </a:ext>
                </a:extLst>
              </p:cNvPr>
              <p:cNvSpPr/>
              <p:nvPr/>
            </p:nvSpPr>
            <p:spPr>
              <a:xfrm>
                <a:off x="8035614" y="4885714"/>
                <a:ext cx="467089" cy="4670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83E733D7-55BD-87D9-04AA-4729C3C5EC31}"/>
                      </a:ext>
                    </a:extLst>
                  </p:cNvPr>
                  <p:cNvSpPr txBox="1"/>
                  <p:nvPr/>
                </p:nvSpPr>
                <p:spPr>
                  <a:xfrm>
                    <a:off x="8097855" y="4970489"/>
                    <a:ext cx="34559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63E05AC2-EA3F-08F2-8E99-F1B8888ED9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97855" y="4970489"/>
                    <a:ext cx="345598" cy="24622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63C3913-55D8-6A32-0E52-327387DCFD74}"/>
                </a:ext>
              </a:extLst>
            </p:cNvPr>
            <p:cNvGrpSpPr/>
            <p:nvPr/>
          </p:nvGrpSpPr>
          <p:grpSpPr>
            <a:xfrm>
              <a:off x="8859130" y="5137383"/>
              <a:ext cx="573098" cy="423064"/>
              <a:chOff x="3987585" y="2593433"/>
              <a:chExt cx="573098" cy="423064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17399EF-7FDC-8CB6-B51D-5AAEDF3016E4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0.5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83A82C67-2791-38E0-1F03-1A7F10B5001F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460B48BF-3DD5-DD9E-974A-D9A4760728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t="-23077" b="-538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4" name="Curved Connector 43">
              <a:extLst>
                <a:ext uri="{FF2B5EF4-FFF2-40B4-BE49-F238E27FC236}">
                  <a16:creationId xmlns:a16="http://schemas.microsoft.com/office/drawing/2014/main" id="{35B61CB6-150F-CD5C-ED44-6FFB67246E72}"/>
                </a:ext>
              </a:extLst>
            </p:cNvPr>
            <p:cNvCxnSpPr>
              <a:cxnSpLocks/>
            </p:cNvCxnSpPr>
            <p:nvPr/>
          </p:nvCxnSpPr>
          <p:spPr>
            <a:xfrm rot="10500000" flipH="1" flipV="1">
              <a:off x="6398021" y="4011669"/>
              <a:ext cx="1857148" cy="847043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51F2849-B9A9-A7F0-0579-A306506E2E4F}"/>
                </a:ext>
              </a:extLst>
            </p:cNvPr>
            <p:cNvGrpSpPr/>
            <p:nvPr/>
          </p:nvGrpSpPr>
          <p:grpSpPr>
            <a:xfrm>
              <a:off x="6966584" y="4529487"/>
              <a:ext cx="467089" cy="467089"/>
              <a:chOff x="8188014" y="5038114"/>
              <a:chExt cx="467089" cy="467089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49A3193-12D9-76D8-A9E6-991FA52A1972}"/>
                  </a:ext>
                </a:extLst>
              </p:cNvPr>
              <p:cNvSpPr/>
              <p:nvPr/>
            </p:nvSpPr>
            <p:spPr>
              <a:xfrm>
                <a:off x="8188014" y="5038114"/>
                <a:ext cx="467089" cy="4670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F9C60099-18FF-2C7C-8F72-3ECD75DE667B}"/>
                      </a:ext>
                    </a:extLst>
                  </p:cNvPr>
                  <p:cNvSpPr txBox="1"/>
                  <p:nvPr/>
                </p:nvSpPr>
                <p:spPr>
                  <a:xfrm>
                    <a:off x="8250255" y="5122889"/>
                    <a:ext cx="34559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E15379E9-2C85-9ECE-1FF1-711D7A5682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50255" y="5122889"/>
                    <a:ext cx="345598" cy="24622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8" name="Curved Connector 57">
              <a:extLst>
                <a:ext uri="{FF2B5EF4-FFF2-40B4-BE49-F238E27FC236}">
                  <a16:creationId xmlns:a16="http://schemas.microsoft.com/office/drawing/2014/main" id="{326E167B-01D5-C19D-93BD-AF6038980603}"/>
                </a:ext>
              </a:extLst>
            </p:cNvPr>
            <p:cNvCxnSpPr>
              <a:cxnSpLocks/>
            </p:cNvCxnSpPr>
            <p:nvPr/>
          </p:nvCxnSpPr>
          <p:spPr>
            <a:xfrm rot="15300000" flipH="1">
              <a:off x="6365864" y="4491930"/>
              <a:ext cx="478910" cy="701305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urved Connector 62">
              <a:extLst>
                <a:ext uri="{FF2B5EF4-FFF2-40B4-BE49-F238E27FC236}">
                  <a16:creationId xmlns:a16="http://schemas.microsoft.com/office/drawing/2014/main" id="{96784D06-E0F6-E461-4B7E-9CB8ED76F6FD}"/>
                </a:ext>
              </a:extLst>
            </p:cNvPr>
            <p:cNvCxnSpPr>
              <a:cxnSpLocks/>
            </p:cNvCxnSpPr>
            <p:nvPr/>
          </p:nvCxnSpPr>
          <p:spPr>
            <a:xfrm rot="15360000" flipV="1">
              <a:off x="6588664" y="3996609"/>
              <a:ext cx="395456" cy="636949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urved Connector 66">
              <a:extLst>
                <a:ext uri="{FF2B5EF4-FFF2-40B4-BE49-F238E27FC236}">
                  <a16:creationId xmlns:a16="http://schemas.microsoft.com/office/drawing/2014/main" id="{0319F0A7-4FF2-37EF-CC8A-E08A8ACC9EE1}"/>
                </a:ext>
              </a:extLst>
            </p:cNvPr>
            <p:cNvCxnSpPr>
              <a:cxnSpLocks/>
            </p:cNvCxnSpPr>
            <p:nvPr/>
          </p:nvCxnSpPr>
          <p:spPr>
            <a:xfrm rot="15360000" flipV="1">
              <a:off x="7634159" y="4451603"/>
              <a:ext cx="370130" cy="569589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2B106739-0D4D-B8C6-EAC1-DEDB7DFDDE3D}"/>
                </a:ext>
              </a:extLst>
            </p:cNvPr>
            <p:cNvGrpSpPr/>
            <p:nvPr/>
          </p:nvGrpSpPr>
          <p:grpSpPr>
            <a:xfrm>
              <a:off x="6556305" y="4247109"/>
              <a:ext cx="573098" cy="423064"/>
              <a:chOff x="3987585" y="2593433"/>
              <a:chExt cx="573098" cy="423064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851DF20-E40C-E7C8-7CF4-1B280DB45F87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1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BB132D16-625C-6574-98A8-54C47289A759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F22B8961-95B1-0C4E-8A38-97AE7F04C3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2D28EB1-0E96-FF20-C351-FA72632B1348}"/>
                </a:ext>
              </a:extLst>
            </p:cNvPr>
            <p:cNvGrpSpPr/>
            <p:nvPr/>
          </p:nvGrpSpPr>
          <p:grpSpPr>
            <a:xfrm>
              <a:off x="7546215" y="4691632"/>
              <a:ext cx="573098" cy="423064"/>
              <a:chOff x="3987585" y="2593433"/>
              <a:chExt cx="573098" cy="423064"/>
            </a:xfrm>
          </p:grpSpPr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2C4A006-196B-105E-50EE-27B151C46D99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0.5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AD50CA1E-46EE-E9A2-9F4A-3FC80855D940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9" name="TextBox 98">
                    <a:extLst>
                      <a:ext uri="{FF2B5EF4-FFF2-40B4-BE49-F238E27FC236}">
                        <a16:creationId xmlns:a16="http://schemas.microsoft.com/office/drawing/2014/main" id="{C7C31782-5D69-1E80-9EC2-6A66511134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41968D8A-E5E5-C65F-048C-BF7E6B8611B0}"/>
                </a:ext>
              </a:extLst>
            </p:cNvPr>
            <p:cNvGrpSpPr/>
            <p:nvPr/>
          </p:nvGrpSpPr>
          <p:grpSpPr>
            <a:xfrm>
              <a:off x="5977078" y="4953102"/>
              <a:ext cx="573098" cy="423064"/>
              <a:chOff x="3987585" y="2593433"/>
              <a:chExt cx="573098" cy="423064"/>
            </a:xfrm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91F58A1-7F97-F0C6-1764-60373606208B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0.5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C6963B32-A74B-72AD-43F0-3F7783FAFEE4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5D6EFD5B-4E05-C5CC-EFBF-F3124BE02A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F2DC410-96CE-6F89-D689-93BB9D3F2535}"/>
                </a:ext>
              </a:extLst>
            </p:cNvPr>
            <p:cNvGrpSpPr/>
            <p:nvPr/>
          </p:nvGrpSpPr>
          <p:grpSpPr>
            <a:xfrm>
              <a:off x="6422156" y="3547172"/>
              <a:ext cx="573098" cy="423064"/>
              <a:chOff x="3987585" y="2593433"/>
              <a:chExt cx="573098" cy="423064"/>
            </a:xfrm>
          </p:grpSpPr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315633E-E9EA-D75F-C5FB-517FF12ACBF3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/>
                  <a:t>0.5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D548B3A3-017D-622D-E32E-2C5698D99A64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000" b="0" dirty="0">
                        <a:solidFill>
                          <a:schemeClr val="tx1"/>
                        </a:solidFill>
                      </a:rPr>
                      <a:t>r</a:t>
                    </a:r>
                    <a14:m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13467602-0BE7-9639-8CFB-92B3A90752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153888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t="-23077" b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870253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49A671-C594-89F9-CB37-9E0BFEB430F4}"/>
              </a:ext>
            </a:extLst>
          </p:cNvPr>
          <p:cNvGrpSpPr/>
          <p:nvPr/>
        </p:nvGrpSpPr>
        <p:grpSpPr>
          <a:xfrm>
            <a:off x="7857096" y="1134105"/>
            <a:ext cx="4109105" cy="4589790"/>
            <a:chOff x="4373003" y="932799"/>
            <a:chExt cx="4109105" cy="4589790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58FAC1CC-C1F3-045B-0CB1-BE8D0757A1EA}"/>
                </a:ext>
              </a:extLst>
            </p:cNvPr>
            <p:cNvGrpSpPr/>
            <p:nvPr/>
          </p:nvGrpSpPr>
          <p:grpSpPr>
            <a:xfrm>
              <a:off x="4373003" y="2107332"/>
              <a:ext cx="773912" cy="2304516"/>
              <a:chOff x="4373003" y="2107332"/>
              <a:chExt cx="773912" cy="2304516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4E3632A-77D5-F2E1-CB91-AA2750AB9FB8}"/>
                  </a:ext>
                </a:extLst>
              </p:cNvPr>
              <p:cNvGrpSpPr/>
              <p:nvPr/>
            </p:nvGrpSpPr>
            <p:grpSpPr>
              <a:xfrm>
                <a:off x="4373003" y="2107332"/>
                <a:ext cx="773912" cy="773912"/>
                <a:chOff x="3947160" y="1585870"/>
                <a:chExt cx="773912" cy="773912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68589B8-E270-6FB6-8E64-0A33D458C06A}"/>
                    </a:ext>
                  </a:extLst>
                </p:cNvPr>
                <p:cNvSpPr txBox="1"/>
                <p:nvPr/>
              </p:nvSpPr>
              <p:spPr>
                <a:xfrm>
                  <a:off x="3947160" y="1788160"/>
                  <a:ext cx="77391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MDP</a:t>
                  </a:r>
                  <a:r>
                    <a:rPr lang="en-US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CACB454A-6A3D-3CE3-A21C-C56693D7F34B}"/>
                    </a:ext>
                  </a:extLst>
                </p:cNvPr>
                <p:cNvSpPr/>
                <p:nvPr/>
              </p:nvSpPr>
              <p:spPr>
                <a:xfrm>
                  <a:off x="3947160" y="1585870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D70704A-6D6F-9136-6399-FE8E13FF2E40}"/>
                  </a:ext>
                </a:extLst>
              </p:cNvPr>
              <p:cNvGrpSpPr/>
              <p:nvPr/>
            </p:nvGrpSpPr>
            <p:grpSpPr>
              <a:xfrm>
                <a:off x="4373003" y="3637936"/>
                <a:ext cx="773912" cy="773912"/>
                <a:chOff x="3620287" y="3128403"/>
                <a:chExt cx="773912" cy="773912"/>
              </a:xfrm>
              <a:noFill/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508EF6A7-6509-E50D-7211-5F6E267F27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grp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VE</m:t>
                                </m:r>
                              </m:e>
                            </m:ba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baseline="-25000" dirty="0"/>
                    </a:p>
                  </p:txBody>
                </p:sp>
              </mc:Choice>
              <mc:Fallback xmlns="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508EF6A7-6509-E50D-7211-5F6E267F271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15625" r="-9375" b="-16000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3F223DE-CDD8-4028-6639-07949D7A2FBF}"/>
                    </a:ext>
                  </a:extLst>
                </p:cNvPr>
                <p:cNvSpPr/>
                <p:nvPr/>
              </p:nvSpPr>
              <p:spPr>
                <a:xfrm>
                  <a:off x="3620287" y="3128403"/>
                  <a:ext cx="773912" cy="773912"/>
                </a:xfrm>
                <a:prstGeom prst="ellipse">
                  <a:avLst/>
                </a:prstGeom>
                <a:grp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693734A-2C6F-2B10-419B-BB95AA3E4913}"/>
                </a:ext>
              </a:extLst>
            </p:cNvPr>
            <p:cNvGrpSpPr/>
            <p:nvPr/>
          </p:nvGrpSpPr>
          <p:grpSpPr>
            <a:xfrm>
              <a:off x="7708196" y="2872634"/>
              <a:ext cx="773912" cy="773912"/>
              <a:chOff x="3620287" y="3128403"/>
              <a:chExt cx="773912" cy="773912"/>
            </a:xfrm>
            <a:noFill/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F6EBDDBB-8CC3-A519-7BAD-3E8C4202CA9E}"/>
                      </a:ext>
                    </a:extLst>
                  </p:cNvPr>
                  <p:cNvSpPr txBox="1"/>
                  <p:nvPr/>
                </p:nvSpPr>
                <p:spPr>
                  <a:xfrm>
                    <a:off x="3851752" y="3361471"/>
                    <a:ext cx="310983" cy="307777"/>
                  </a:xfrm>
                  <a:prstGeom prst="rect">
                    <a:avLst/>
                  </a:prstGeom>
                  <a:grpFill/>
                  <a:ln w="1270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</m:e>
                          </m:bar>
                        </m:oMath>
                      </m:oMathPara>
                    </a14:m>
                    <a:endParaRPr lang="en-US" baseline="-2500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F6EBDDBB-8CC3-A519-7BAD-3E8C4202CA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1752" y="3361471"/>
                    <a:ext cx="310983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5385" r="-19231" b="-8000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5E08516-08A3-6338-48CF-24ED8D3C3BDB}"/>
                  </a:ext>
                </a:extLst>
              </p:cNvPr>
              <p:cNvSpPr/>
              <p:nvPr/>
            </p:nvSpPr>
            <p:spPr>
              <a:xfrm>
                <a:off x="3620287" y="3128403"/>
                <a:ext cx="773912" cy="773912"/>
              </a:xfrm>
              <a:prstGeom prst="ellipse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9329714D-1FD9-183C-5FD1-518F5D87A053}"/>
                </a:ext>
              </a:extLst>
            </p:cNvPr>
            <p:cNvGrpSpPr/>
            <p:nvPr/>
          </p:nvGrpSpPr>
          <p:grpSpPr>
            <a:xfrm>
              <a:off x="5457276" y="932799"/>
              <a:ext cx="1940560" cy="4589790"/>
              <a:chOff x="5104524" y="932799"/>
              <a:chExt cx="1940560" cy="458979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37D57198-2193-BA5E-C589-7DDE694BBC3D}"/>
                  </a:ext>
                </a:extLst>
              </p:cNvPr>
              <p:cNvGrpSpPr/>
              <p:nvPr/>
            </p:nvGrpSpPr>
            <p:grpSpPr>
              <a:xfrm>
                <a:off x="5687848" y="2107332"/>
                <a:ext cx="773912" cy="773912"/>
                <a:chOff x="3947160" y="1585870"/>
                <a:chExt cx="773912" cy="773912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1D0D426-916F-00D0-1469-B4E86F9DA878}"/>
                    </a:ext>
                  </a:extLst>
                </p:cNvPr>
                <p:cNvSpPr txBox="1"/>
                <p:nvPr/>
              </p:nvSpPr>
              <p:spPr>
                <a:xfrm>
                  <a:off x="3947160" y="1788160"/>
                  <a:ext cx="77391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MDP</a:t>
                  </a:r>
                  <a:r>
                    <a:rPr lang="en-US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2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539B24DE-61C8-04DB-E316-AF66A408A3E0}"/>
                    </a:ext>
                  </a:extLst>
                </p:cNvPr>
                <p:cNvSpPr/>
                <p:nvPr/>
              </p:nvSpPr>
              <p:spPr>
                <a:xfrm>
                  <a:off x="3947160" y="1585870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F40C33F-83C8-9308-7E10-FE60E033805E}"/>
                  </a:ext>
                </a:extLst>
              </p:cNvPr>
              <p:cNvGrpSpPr/>
              <p:nvPr/>
            </p:nvGrpSpPr>
            <p:grpSpPr>
              <a:xfrm>
                <a:off x="5687848" y="3637936"/>
                <a:ext cx="773912" cy="773912"/>
                <a:chOff x="3620287" y="3128403"/>
                <a:chExt cx="773912" cy="773912"/>
              </a:xfrm>
              <a:noFill/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1D965F69-6EF1-B59E-22E0-0E89554024D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grp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VE</m:t>
                                </m:r>
                              </m:e>
                            </m:ba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en-US" baseline="-25000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1D965F69-6EF1-B59E-22E0-0E89554024D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5625" r="-9375" b="-16000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1E2AF67-5D8A-1BBE-25F9-D0A82C784BB1}"/>
                    </a:ext>
                  </a:extLst>
                </p:cNvPr>
                <p:cNvSpPr/>
                <p:nvPr/>
              </p:nvSpPr>
              <p:spPr>
                <a:xfrm>
                  <a:off x="3620287" y="3128403"/>
                  <a:ext cx="773912" cy="773912"/>
                </a:xfrm>
                <a:prstGeom prst="ellipse">
                  <a:avLst/>
                </a:prstGeom>
                <a:grp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2975518E-E3FE-3BCC-378A-31A617F14774}"/>
                  </a:ext>
                </a:extLst>
              </p:cNvPr>
              <p:cNvGrpSpPr/>
              <p:nvPr/>
            </p:nvGrpSpPr>
            <p:grpSpPr>
              <a:xfrm>
                <a:off x="5104524" y="932799"/>
                <a:ext cx="1940560" cy="773912"/>
                <a:chOff x="5125720" y="254910"/>
                <a:chExt cx="1940560" cy="773912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437CCBB-6648-B4B9-4B65-18FCEA20F036}"/>
                    </a:ext>
                  </a:extLst>
                </p:cNvPr>
                <p:cNvSpPr txBox="1"/>
                <p:nvPr/>
              </p:nvSpPr>
              <p:spPr>
                <a:xfrm>
                  <a:off x="5125720" y="457200"/>
                  <a:ext cx="1940560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Data distribution</a:t>
                  </a: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4F4E61A5-361B-6088-BE56-F7FDFC977084}"/>
                    </a:ext>
                  </a:extLst>
                </p:cNvPr>
                <p:cNvSpPr/>
                <p:nvPr/>
              </p:nvSpPr>
              <p:spPr>
                <a:xfrm>
                  <a:off x="5709044" y="254910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6BEB508-2750-2E91-36E2-8490CA1AF889}"/>
                  </a:ext>
                </a:extLst>
              </p:cNvPr>
              <p:cNvGrpSpPr/>
              <p:nvPr/>
            </p:nvGrpSpPr>
            <p:grpSpPr>
              <a:xfrm>
                <a:off x="5687848" y="4748677"/>
                <a:ext cx="773912" cy="773912"/>
                <a:chOff x="5683644" y="4377219"/>
                <a:chExt cx="773912" cy="773912"/>
              </a:xfrm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F430956E-0B32-217D-C8C6-190AF478C5CB}"/>
                    </a:ext>
                  </a:extLst>
                </p:cNvPr>
                <p:cNvSpPr/>
                <p:nvPr/>
              </p:nvSpPr>
              <p:spPr>
                <a:xfrm>
                  <a:off x="5683644" y="4377219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CF851509-8D50-03F5-C240-03E7E6BBCB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26362" y="4625676"/>
                      <a:ext cx="288476" cy="276999"/>
                    </a:xfrm>
                    <a:prstGeom prst="rect">
                      <a:avLst/>
                    </a:prstGeom>
                    <a:no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oMath>
                        </m:oMathPara>
                      </a14:m>
                      <a:endParaRPr lang="en-US" b="1" dirty="0"/>
                    </a:p>
                  </p:txBody>
                </p:sp>
              </mc:Choice>
              <mc:Fallback xmlns="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CF851509-8D50-03F5-C240-03E7E6BBCB0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26362" y="4625676"/>
                      <a:ext cx="288476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6667" r="-4167" b="-4348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6F18A34-80B2-8459-3F2E-258FAFB5CB51}"/>
                </a:ext>
              </a:extLst>
            </p:cNvPr>
            <p:cNvCxnSpPr>
              <a:cxnSpLocks/>
              <a:endCxn id="36" idx="3"/>
            </p:cNvCxnSpPr>
            <p:nvPr/>
          </p:nvCxnSpPr>
          <p:spPr>
            <a:xfrm flipV="1">
              <a:off x="4904214" y="1593374"/>
              <a:ext cx="1249723" cy="66773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D50DEE0-3079-81D4-2772-370694813F27}"/>
                </a:ext>
              </a:extLst>
            </p:cNvPr>
            <p:cNvCxnSpPr>
              <a:cxnSpLocks/>
              <a:stCxn id="16" idx="0"/>
              <a:endCxn id="3" idx="2"/>
            </p:cNvCxnSpPr>
            <p:nvPr/>
          </p:nvCxnSpPr>
          <p:spPr>
            <a:xfrm flipV="1">
              <a:off x="6427556" y="1504421"/>
              <a:ext cx="0" cy="80520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85B39FFA-FE32-F82C-4D92-F78DBFD5DCD1}"/>
                </a:ext>
              </a:extLst>
            </p:cNvPr>
            <p:cNvCxnSpPr>
              <a:cxnSpLocks/>
              <a:stCxn id="36" idx="5"/>
            </p:cNvCxnSpPr>
            <p:nvPr/>
          </p:nvCxnSpPr>
          <p:spPr>
            <a:xfrm>
              <a:off x="6701175" y="1593374"/>
              <a:ext cx="1350929" cy="143407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39A215BD-DBBC-CD2F-81B4-E5868697A557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4759959" y="2678954"/>
              <a:ext cx="0" cy="11005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22F7F5C6-3015-433C-82B5-C8119149147A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6427556" y="2678954"/>
              <a:ext cx="0" cy="111795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7FAA01FC-9332-F28A-252B-2FEE2595863B}"/>
                </a:ext>
              </a:extLst>
            </p:cNvPr>
            <p:cNvCxnSpPr>
              <a:cxnSpLocks/>
              <a:endCxn id="48" idx="1"/>
            </p:cNvCxnSpPr>
            <p:nvPr/>
          </p:nvCxnSpPr>
          <p:spPr>
            <a:xfrm>
              <a:off x="4956327" y="4248658"/>
              <a:ext cx="1197610" cy="6133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46E986CD-6747-9BC4-3020-1CC1F40322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7554" y="4221129"/>
              <a:ext cx="1" cy="6400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6CA8FB95-DC13-67AB-B17F-943971D01ADC}"/>
                </a:ext>
              </a:extLst>
            </p:cNvPr>
            <p:cNvCxnSpPr>
              <a:cxnSpLocks/>
              <a:endCxn id="48" idx="7"/>
            </p:cNvCxnSpPr>
            <p:nvPr/>
          </p:nvCxnSpPr>
          <p:spPr>
            <a:xfrm flipH="1">
              <a:off x="6701175" y="3491729"/>
              <a:ext cx="1350929" cy="13702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8AEAA27-7A21-C9DA-F26A-A83B24D3D90D}"/>
              </a:ext>
            </a:extLst>
          </p:cNvPr>
          <p:cNvGrpSpPr/>
          <p:nvPr/>
        </p:nvGrpSpPr>
        <p:grpSpPr>
          <a:xfrm>
            <a:off x="370036" y="964695"/>
            <a:ext cx="5575270" cy="4589790"/>
            <a:chOff x="4373003" y="932799"/>
            <a:chExt cx="5575270" cy="458979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2189871-C77B-DBC3-42F8-F4C9B094925E}"/>
                </a:ext>
              </a:extLst>
            </p:cNvPr>
            <p:cNvGrpSpPr/>
            <p:nvPr/>
          </p:nvGrpSpPr>
          <p:grpSpPr>
            <a:xfrm>
              <a:off x="6190358" y="932799"/>
              <a:ext cx="1940560" cy="773912"/>
              <a:chOff x="5125720" y="254910"/>
              <a:chExt cx="1940560" cy="773912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3F3C453-34E2-68AF-908E-C0BE3B2F97DB}"/>
                  </a:ext>
                </a:extLst>
              </p:cNvPr>
              <p:cNvSpPr txBox="1"/>
              <p:nvPr/>
            </p:nvSpPr>
            <p:spPr>
              <a:xfrm>
                <a:off x="5125720" y="457200"/>
                <a:ext cx="1940560" cy="3693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Data distribution</a:t>
                </a: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EBCE4469-AE7F-41B8-C50E-1E65089F2AE3}"/>
                  </a:ext>
                </a:extLst>
              </p:cNvPr>
              <p:cNvSpPr/>
              <p:nvPr/>
            </p:nvSpPr>
            <p:spPr>
              <a:xfrm>
                <a:off x="5709044" y="254910"/>
                <a:ext cx="773912" cy="773912"/>
              </a:xfrm>
              <a:prstGeom prst="ellipse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CB10FEB-B093-579A-5717-865CA60B1102}"/>
                </a:ext>
              </a:extLst>
            </p:cNvPr>
            <p:cNvGrpSpPr/>
            <p:nvPr/>
          </p:nvGrpSpPr>
          <p:grpSpPr>
            <a:xfrm>
              <a:off x="4373003" y="2107332"/>
              <a:ext cx="2441509" cy="3415257"/>
              <a:chOff x="4373003" y="2107332"/>
              <a:chExt cx="2441509" cy="3415257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11804804-3FAE-A84E-EA5D-B80494DA0DE5}"/>
                  </a:ext>
                </a:extLst>
              </p:cNvPr>
              <p:cNvGrpSpPr/>
              <p:nvPr/>
            </p:nvGrpSpPr>
            <p:grpSpPr>
              <a:xfrm>
                <a:off x="4373003" y="2107332"/>
                <a:ext cx="773912" cy="773912"/>
                <a:chOff x="3947160" y="1585870"/>
                <a:chExt cx="773912" cy="773912"/>
              </a:xfrm>
            </p:grpSpPr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DC48D11C-D1D1-B5A1-C26A-74A74569F138}"/>
                    </a:ext>
                  </a:extLst>
                </p:cNvPr>
                <p:cNvSpPr txBox="1"/>
                <p:nvPr/>
              </p:nvSpPr>
              <p:spPr>
                <a:xfrm>
                  <a:off x="3947160" y="1788160"/>
                  <a:ext cx="77391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MDP</a:t>
                  </a:r>
                  <a:r>
                    <a:rPr lang="en-US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</a:t>
                  </a:r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E34F34A5-ABA8-7C23-CD7D-FA68C7F4998C}"/>
                    </a:ext>
                  </a:extLst>
                </p:cNvPr>
                <p:cNvSpPr/>
                <p:nvPr/>
              </p:nvSpPr>
              <p:spPr>
                <a:xfrm>
                  <a:off x="3947160" y="1585870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88D7EE2-FF54-349D-C34F-9B33945AFB86}"/>
                  </a:ext>
                </a:extLst>
              </p:cNvPr>
              <p:cNvGrpSpPr/>
              <p:nvPr/>
            </p:nvGrpSpPr>
            <p:grpSpPr>
              <a:xfrm>
                <a:off x="4373003" y="3637936"/>
                <a:ext cx="773912" cy="773912"/>
                <a:chOff x="3620287" y="3128403"/>
                <a:chExt cx="773912" cy="773912"/>
              </a:xfrm>
              <a:noFill/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C899B376-97F9-8390-BBDA-FEBE42AE9B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grp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BE</m:t>
                                </m:r>
                              </m:e>
                            </m:ba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baseline="-25000" dirty="0"/>
                    </a:p>
                  </p:txBody>
                </p:sp>
              </mc:Choice>
              <mc:Fallback xmlns="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508EF6A7-6509-E50D-7211-5F6E267F271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5625" r="-9375" b="-16000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A398A212-BBF8-22F9-493D-88F114DA3395}"/>
                    </a:ext>
                  </a:extLst>
                </p:cNvPr>
                <p:cNvSpPr/>
                <p:nvPr/>
              </p:nvSpPr>
              <p:spPr>
                <a:xfrm>
                  <a:off x="3620287" y="3128403"/>
                  <a:ext cx="773912" cy="773912"/>
                </a:xfrm>
                <a:prstGeom prst="ellipse">
                  <a:avLst/>
                </a:prstGeom>
                <a:grp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8877C2E8-BB5B-A85B-618D-9C3850272B34}"/>
                  </a:ext>
                </a:extLst>
              </p:cNvPr>
              <p:cNvGrpSpPr/>
              <p:nvPr/>
            </p:nvGrpSpPr>
            <p:grpSpPr>
              <a:xfrm>
                <a:off x="6040600" y="2107332"/>
                <a:ext cx="773912" cy="773912"/>
                <a:chOff x="3947160" y="1585870"/>
                <a:chExt cx="773912" cy="773912"/>
              </a:xfrm>
            </p:grpSpPr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2C67F42-BF3A-A924-5514-AA9AD01CF5FD}"/>
                    </a:ext>
                  </a:extLst>
                </p:cNvPr>
                <p:cNvSpPr txBox="1"/>
                <p:nvPr/>
              </p:nvSpPr>
              <p:spPr>
                <a:xfrm>
                  <a:off x="3947160" y="1788160"/>
                  <a:ext cx="77391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MDP</a:t>
                  </a:r>
                  <a:r>
                    <a:rPr lang="en-US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2</a:t>
                  </a:r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B8ABAFD0-9E90-8EBB-FE28-01F64C2AD2A5}"/>
                    </a:ext>
                  </a:extLst>
                </p:cNvPr>
                <p:cNvSpPr/>
                <p:nvPr/>
              </p:nvSpPr>
              <p:spPr>
                <a:xfrm>
                  <a:off x="3947160" y="1585870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6EE9B573-6AB5-97DE-DB92-F441B9D6C467}"/>
                  </a:ext>
                </a:extLst>
              </p:cNvPr>
              <p:cNvGrpSpPr/>
              <p:nvPr/>
            </p:nvGrpSpPr>
            <p:grpSpPr>
              <a:xfrm>
                <a:off x="6040600" y="3637936"/>
                <a:ext cx="773912" cy="773912"/>
                <a:chOff x="3620287" y="3128403"/>
                <a:chExt cx="773912" cy="773912"/>
              </a:xfrm>
              <a:noFill/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4F80815B-8914-4D17-0FB3-B794F36367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grp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BE</m:t>
                                </m:r>
                              </m:e>
                            </m:ba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en-US" baseline="-25000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1D965F69-6EF1-B59E-22E0-0E89554024D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15625" r="-9375" b="-16000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29A970C5-97F9-76BF-29C0-01BE432BD7B4}"/>
                    </a:ext>
                  </a:extLst>
                </p:cNvPr>
                <p:cNvSpPr/>
                <p:nvPr/>
              </p:nvSpPr>
              <p:spPr>
                <a:xfrm>
                  <a:off x="3620287" y="3128403"/>
                  <a:ext cx="773912" cy="773912"/>
                </a:xfrm>
                <a:prstGeom prst="ellipse">
                  <a:avLst/>
                </a:prstGeom>
                <a:grp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4AAD6D94-EA5E-E13C-6BD3-969BA8EC12AE}"/>
                  </a:ext>
                </a:extLst>
              </p:cNvPr>
              <p:cNvGrpSpPr/>
              <p:nvPr/>
            </p:nvGrpSpPr>
            <p:grpSpPr>
              <a:xfrm>
                <a:off x="6040600" y="4748677"/>
                <a:ext cx="773912" cy="773912"/>
                <a:chOff x="5683644" y="4377219"/>
                <a:chExt cx="773912" cy="773912"/>
              </a:xfrm>
            </p:grpSpPr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45119AEB-D3EC-95E0-5398-C69A6A638A73}"/>
                    </a:ext>
                  </a:extLst>
                </p:cNvPr>
                <p:cNvSpPr/>
                <p:nvPr/>
              </p:nvSpPr>
              <p:spPr>
                <a:xfrm>
                  <a:off x="5683644" y="4377219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3D2ECC85-100C-25A2-A703-F00E56E0E9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26362" y="4625676"/>
                      <a:ext cx="373436" cy="276999"/>
                    </a:xfrm>
                    <a:prstGeom prst="rect">
                      <a:avLst/>
                    </a:prstGeom>
                    <a:no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  <m:r>
                                  <a:rPr lang="en-US" b="0" i="1" baseline="-250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oMath>
                        </m:oMathPara>
                      </a14:m>
                      <a:endParaRPr lang="en-US" b="1" dirty="0"/>
                    </a:p>
                  </p:txBody>
                </p:sp>
              </mc:Choice>
              <mc:Fallback xmlns="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CF851509-8D50-03F5-C240-03E7E6BBCB0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26362" y="4625676"/>
                      <a:ext cx="3734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2903" r="-3226" b="-8696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8FD01826-C346-3A5F-1D14-E4032FFF837C}"/>
                  </a:ext>
                </a:extLst>
              </p:cNvPr>
              <p:cNvCxnSpPr>
                <a:cxnSpLocks/>
                <a:stCxn id="72" idx="2"/>
              </p:cNvCxnSpPr>
              <p:nvPr/>
            </p:nvCxnSpPr>
            <p:spPr>
              <a:xfrm>
                <a:off x="4759959" y="2678954"/>
                <a:ext cx="0" cy="11005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6DB1CABA-5C15-303A-4E62-3FE139AFEFC1}"/>
                  </a:ext>
                </a:extLst>
              </p:cNvPr>
              <p:cNvCxnSpPr>
                <a:cxnSpLocks/>
                <a:stCxn id="65" idx="2"/>
              </p:cNvCxnSpPr>
              <p:nvPr/>
            </p:nvCxnSpPr>
            <p:spPr>
              <a:xfrm>
                <a:off x="6427556" y="2678954"/>
                <a:ext cx="0" cy="111795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68086B62-BCF4-9D79-4FE0-5CDA95787E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27554" y="4221129"/>
                <a:ext cx="1" cy="64008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6CAE56F1-5D2B-BD90-BDC0-90A0776EA574}"/>
                  </a:ext>
                </a:extLst>
              </p:cNvPr>
              <p:cNvGrpSpPr/>
              <p:nvPr/>
            </p:nvGrpSpPr>
            <p:grpSpPr>
              <a:xfrm>
                <a:off x="4373003" y="4748677"/>
                <a:ext cx="773912" cy="773912"/>
                <a:chOff x="5683644" y="4377219"/>
                <a:chExt cx="773912" cy="773912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F21195FE-D23E-A964-5CB4-B7BCE9DBB5D1}"/>
                    </a:ext>
                  </a:extLst>
                </p:cNvPr>
                <p:cNvSpPr/>
                <p:nvPr/>
              </p:nvSpPr>
              <p:spPr>
                <a:xfrm>
                  <a:off x="5683644" y="4377219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F837E711-4573-A6C6-66C1-9B06CB3CE5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26362" y="4625676"/>
                      <a:ext cx="373436" cy="276999"/>
                    </a:xfrm>
                    <a:prstGeom prst="rect">
                      <a:avLst/>
                    </a:prstGeom>
                    <a:no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  <m:r>
                                  <a:rPr lang="en-US" b="0" i="1" baseline="-250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oMath>
                        </m:oMathPara>
                      </a14:m>
                      <a:endParaRPr lang="en-US" b="1" dirty="0"/>
                    </a:p>
                  </p:txBody>
                </p:sp>
              </mc:Choice>
              <mc:Fallback xmlns="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47BF7213-AD82-C39A-79AE-1BEB2A9D377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26362" y="4625676"/>
                      <a:ext cx="373436" cy="2769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3333" r="-3333" b="-8696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77346FA2-06AE-79A1-B133-0ACFFDE7F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59957" y="4221129"/>
                <a:ext cx="1" cy="64008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FE8CF60-18EA-C18D-9C2A-C4715C886B40}"/>
                </a:ext>
              </a:extLst>
            </p:cNvPr>
            <p:cNvGrpSpPr/>
            <p:nvPr/>
          </p:nvGrpSpPr>
          <p:grpSpPr>
            <a:xfrm>
              <a:off x="7506764" y="2872634"/>
              <a:ext cx="2441509" cy="1889185"/>
              <a:chOff x="7506764" y="2872634"/>
              <a:chExt cx="2441509" cy="1889185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54B1D62-9987-B249-AB5E-578581039F52}"/>
                  </a:ext>
                </a:extLst>
              </p:cNvPr>
              <p:cNvSpPr/>
              <p:nvPr/>
            </p:nvSpPr>
            <p:spPr>
              <a:xfrm>
                <a:off x="7708196" y="2872634"/>
                <a:ext cx="773912" cy="773912"/>
              </a:xfrm>
              <a:prstGeom prst="ellipse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48E0DA9-17E4-85FD-58F8-890AB95544EB}"/>
                  </a:ext>
                </a:extLst>
              </p:cNvPr>
              <p:cNvGrpSpPr/>
              <p:nvPr/>
            </p:nvGrpSpPr>
            <p:grpSpPr>
              <a:xfrm>
                <a:off x="7506764" y="2877166"/>
                <a:ext cx="2441509" cy="1884653"/>
                <a:chOff x="7321236" y="2976556"/>
                <a:chExt cx="2441509" cy="1884653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F3A4FB78-3BCD-DAE0-C434-75E0115E6AE2}"/>
                    </a:ext>
                  </a:extLst>
                </p:cNvPr>
                <p:cNvGrpSpPr/>
                <p:nvPr/>
              </p:nvGrpSpPr>
              <p:grpSpPr>
                <a:xfrm>
                  <a:off x="7321236" y="2976556"/>
                  <a:ext cx="773912" cy="773912"/>
                  <a:chOff x="3620287" y="3128403"/>
                  <a:chExt cx="773912" cy="773912"/>
                </a:xfrm>
                <a:noFill/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" name="TextBox 42">
                        <a:extLst>
                          <a:ext uri="{FF2B5EF4-FFF2-40B4-BE49-F238E27FC236}">
                            <a16:creationId xmlns:a16="http://schemas.microsoft.com/office/drawing/2014/main" id="{E6857BF1-CE18-B315-B8D2-5C40978DE65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810876" y="3361471"/>
                        <a:ext cx="440826" cy="307777"/>
                      </a:xfrm>
                      <a:prstGeom prst="rect">
                        <a:avLst/>
                      </a:prstGeom>
                      <a:grpFill/>
                      <a:ln w="12700">
                        <a:noFill/>
                      </a:ln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PBE</m:t>
                                  </m:r>
                                </m:e>
                              </m:bar>
                            </m:oMath>
                          </m:oMathPara>
                        </a14:m>
                        <a:endParaRPr lang="en-US" baseline="-25000" dirty="0"/>
                      </a:p>
                    </p:txBody>
                  </p:sp>
                </mc:Choice>
                <mc:Fallback xmlns="">
                  <p:sp>
                    <p:nvSpPr>
                      <p:cNvPr id="35" name="TextBox 34">
                        <a:extLst>
                          <a:ext uri="{FF2B5EF4-FFF2-40B4-BE49-F238E27FC236}">
                            <a16:creationId xmlns:a16="http://schemas.microsoft.com/office/drawing/2014/main" id="{1F4EAAB8-B209-B0E7-1F7F-B7582EA654A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810876" y="3361471"/>
                        <a:ext cx="440826" cy="307777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14286" r="-14286" b="-7692"/>
                        </a:stretch>
                      </a:blipFill>
                      <a:ln w="127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0D4BA458-F227-9ABC-97C5-D0CB64D61BB0}"/>
                      </a:ext>
                    </a:extLst>
                  </p:cNvPr>
                  <p:cNvSpPr/>
                  <p:nvPr/>
                </p:nvSpPr>
                <p:spPr>
                  <a:xfrm>
                    <a:off x="3620287" y="3128403"/>
                    <a:ext cx="773912" cy="773912"/>
                  </a:xfrm>
                  <a:prstGeom prst="ellipse">
                    <a:avLst/>
                  </a:prstGeom>
                  <a:grpFill/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74AD8C5D-0074-9FEB-214A-1E833A028159}"/>
                    </a:ext>
                  </a:extLst>
                </p:cNvPr>
                <p:cNvGrpSpPr/>
                <p:nvPr/>
              </p:nvGrpSpPr>
              <p:grpSpPr>
                <a:xfrm>
                  <a:off x="8988833" y="2976556"/>
                  <a:ext cx="773912" cy="773912"/>
                  <a:chOff x="3620287" y="3128403"/>
                  <a:chExt cx="773912" cy="773912"/>
                </a:xfrm>
                <a:noFill/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1" name="TextBox 40">
                        <a:extLst>
                          <a:ext uri="{FF2B5EF4-FFF2-40B4-BE49-F238E27FC236}">
                            <a16:creationId xmlns:a16="http://schemas.microsoft.com/office/drawing/2014/main" id="{92EDC545-387C-5642-27B4-19A0BDC5A4D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810876" y="3361471"/>
                        <a:ext cx="456856" cy="307777"/>
                      </a:xfrm>
                      <a:prstGeom prst="rect">
                        <a:avLst/>
                      </a:prstGeom>
                      <a:grpFill/>
                      <a:ln w="12700">
                        <a:noFill/>
                      </a:ln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TDE</m:t>
                                  </m:r>
                                </m:e>
                              </m:bar>
                            </m:oMath>
                          </m:oMathPara>
                        </a14:m>
                        <a:endParaRPr lang="en-US" baseline="-25000" dirty="0"/>
                      </a:p>
                    </p:txBody>
                  </p:sp>
                </mc:Choice>
                <mc:Fallback xmlns="">
                  <p:sp>
                    <p:nvSpPr>
                      <p:cNvPr id="39" name="TextBox 38">
                        <a:extLst>
                          <a:ext uri="{FF2B5EF4-FFF2-40B4-BE49-F238E27FC236}">
                            <a16:creationId xmlns:a16="http://schemas.microsoft.com/office/drawing/2014/main" id="{3C008E9F-79B4-637A-3D42-4297496D6A1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810876" y="3361471"/>
                        <a:ext cx="456856" cy="307777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13514" r="-13514" b="-7692"/>
                        </a:stretch>
                      </a:blipFill>
                      <a:ln w="127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D646CA6E-BB81-7667-4552-F57AEC023E21}"/>
                      </a:ext>
                    </a:extLst>
                  </p:cNvPr>
                  <p:cNvSpPr/>
                  <p:nvPr/>
                </p:nvSpPr>
                <p:spPr>
                  <a:xfrm>
                    <a:off x="3620287" y="3128403"/>
                    <a:ext cx="773912" cy="773912"/>
                  </a:xfrm>
                  <a:prstGeom prst="ellipse">
                    <a:avLst/>
                  </a:prstGeom>
                  <a:grpFill/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A9CE2D23-AE09-B686-23DA-733DEEE19F82}"/>
                    </a:ext>
                  </a:extLst>
                </p:cNvPr>
                <p:cNvGrpSpPr/>
                <p:nvPr/>
              </p:nvGrpSpPr>
              <p:grpSpPr>
                <a:xfrm>
                  <a:off x="8988833" y="4087297"/>
                  <a:ext cx="773912" cy="773912"/>
                  <a:chOff x="5683644" y="4377219"/>
                  <a:chExt cx="773912" cy="773912"/>
                </a:xfrm>
              </p:grpSpPr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87A08B3F-C205-6BFF-9785-8D08182D7E93}"/>
                      </a:ext>
                    </a:extLst>
                  </p:cNvPr>
                  <p:cNvSpPr/>
                  <p:nvPr/>
                </p:nvSpPr>
                <p:spPr>
                  <a:xfrm>
                    <a:off x="5683644" y="4377219"/>
                    <a:ext cx="773912" cy="773912"/>
                  </a:xfrm>
                  <a:prstGeom prst="ellipse">
                    <a:avLst/>
                  </a:prstGeom>
                  <a:noFill/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TextBox 38">
                        <a:extLst>
                          <a:ext uri="{FF2B5EF4-FFF2-40B4-BE49-F238E27FC236}">
                            <a16:creationId xmlns:a16="http://schemas.microsoft.com/office/drawing/2014/main" id="{C776CFC8-AB32-F67E-1096-6D811670D07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926362" y="4625676"/>
                        <a:ext cx="373436" cy="27699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US" b="1" dirty="0"/>
                      </a:p>
                    </p:txBody>
                  </p:sp>
                </mc:Choice>
                <mc:Fallback xmlns="">
                  <p:sp>
                    <p:nvSpPr>
                      <p:cNvPr id="44" name="TextBox 43">
                        <a:extLst>
                          <a:ext uri="{FF2B5EF4-FFF2-40B4-BE49-F238E27FC236}">
                            <a16:creationId xmlns:a16="http://schemas.microsoft.com/office/drawing/2014/main" id="{377B5DAA-898E-41F6-D85E-93232D800D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926362" y="4625676"/>
                        <a:ext cx="373436" cy="276999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l="-13333" r="-3333" b="-8696"/>
                        </a:stretch>
                      </a:blipFill>
                      <a:ln w="127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EC98A122-9192-7896-ECFA-7E21179AB1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75787" y="3559749"/>
                  <a:ext cx="1" cy="64008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C63D68FC-DAAA-3BA9-CDBC-F4A92B6BDC31}"/>
                    </a:ext>
                  </a:extLst>
                </p:cNvPr>
                <p:cNvGrpSpPr/>
                <p:nvPr/>
              </p:nvGrpSpPr>
              <p:grpSpPr>
                <a:xfrm>
                  <a:off x="7321236" y="4087297"/>
                  <a:ext cx="773912" cy="773912"/>
                  <a:chOff x="5683644" y="4377219"/>
                  <a:chExt cx="773912" cy="773912"/>
                </a:xfrm>
              </p:grpSpPr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9376F439-AECF-1FB2-16D4-113BBA2C5A8E}"/>
                      </a:ext>
                    </a:extLst>
                  </p:cNvPr>
                  <p:cNvSpPr/>
                  <p:nvPr/>
                </p:nvSpPr>
                <p:spPr>
                  <a:xfrm>
                    <a:off x="5683644" y="4377219"/>
                    <a:ext cx="773912" cy="773912"/>
                  </a:xfrm>
                  <a:prstGeom prst="ellipse">
                    <a:avLst/>
                  </a:prstGeom>
                  <a:noFill/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7" name="TextBox 36">
                        <a:extLst>
                          <a:ext uri="{FF2B5EF4-FFF2-40B4-BE49-F238E27FC236}">
                            <a16:creationId xmlns:a16="http://schemas.microsoft.com/office/drawing/2014/main" id="{E0960B55-5A8D-4D61-9DEB-92E5311153C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926362" y="4625676"/>
                        <a:ext cx="373436" cy="27699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US" b="1" dirty="0"/>
                      </a:p>
                    </p:txBody>
                  </p:sp>
                </mc:Choice>
                <mc:Fallback xmlns="">
                  <p:sp>
                    <p:nvSpPr>
                      <p:cNvPr id="49" name="TextBox 48">
                        <a:extLst>
                          <a:ext uri="{FF2B5EF4-FFF2-40B4-BE49-F238E27FC236}">
                            <a16:creationId xmlns:a16="http://schemas.microsoft.com/office/drawing/2014/main" id="{9CD5072B-3F10-F4FF-7806-8739730366F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926362" y="4625676"/>
                        <a:ext cx="373436" cy="276999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l="-13333" r="-3333" b="-8696"/>
                        </a:stretch>
                      </a:blipFill>
                      <a:ln w="127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EC010FA2-8B09-366B-4635-F7ABB8D71B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08190" y="3559749"/>
                  <a:ext cx="1" cy="64008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84C363C-AC23-A944-2343-6761B31E5A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6769" y="1504421"/>
              <a:ext cx="1530785" cy="7566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FE8A327-671D-A6B6-A93D-67E6DEAD379B}"/>
                </a:ext>
              </a:extLst>
            </p:cNvPr>
            <p:cNvCxnSpPr>
              <a:stCxn id="65" idx="0"/>
            </p:cNvCxnSpPr>
            <p:nvPr/>
          </p:nvCxnSpPr>
          <p:spPr>
            <a:xfrm flipV="1">
              <a:off x="6427556" y="1504421"/>
              <a:ext cx="529835" cy="80520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A54A76C-9610-0AD9-E4F8-41C1E7789194}"/>
                </a:ext>
              </a:extLst>
            </p:cNvPr>
            <p:cNvCxnSpPr>
              <a:cxnSpLocks/>
            </p:cNvCxnSpPr>
            <p:nvPr/>
          </p:nvCxnSpPr>
          <p:spPr>
            <a:xfrm>
              <a:off x="7484564" y="1504421"/>
              <a:ext cx="409154" cy="15321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6863E1F-4B3D-0163-E339-687BED3C243B}"/>
                </a:ext>
              </a:extLst>
            </p:cNvPr>
            <p:cNvCxnSpPr>
              <a:cxnSpLocks/>
            </p:cNvCxnSpPr>
            <p:nvPr/>
          </p:nvCxnSpPr>
          <p:spPr>
            <a:xfrm>
              <a:off x="7893718" y="1535247"/>
              <a:ext cx="1667597" cy="15255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4443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87DCB-C8E5-45F0-1403-C14959233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1101979-1FC9-863E-955A-1B955429B10E}"/>
              </a:ext>
            </a:extLst>
          </p:cNvPr>
          <p:cNvGrpSpPr/>
          <p:nvPr/>
        </p:nvGrpSpPr>
        <p:grpSpPr>
          <a:xfrm>
            <a:off x="6496469" y="1134105"/>
            <a:ext cx="4109105" cy="4589790"/>
            <a:chOff x="4373003" y="932799"/>
            <a:chExt cx="4109105" cy="4589790"/>
          </a:xfrm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3A745D00-57D7-4349-BAB7-C51FDB31C91C}"/>
                </a:ext>
              </a:extLst>
            </p:cNvPr>
            <p:cNvGrpSpPr/>
            <p:nvPr/>
          </p:nvGrpSpPr>
          <p:grpSpPr>
            <a:xfrm>
              <a:off x="4373003" y="2107332"/>
              <a:ext cx="773912" cy="2304516"/>
              <a:chOff x="4373003" y="2107332"/>
              <a:chExt cx="773912" cy="2304516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C8254A7-9D10-6CC0-E17F-26330787D161}"/>
                  </a:ext>
                </a:extLst>
              </p:cNvPr>
              <p:cNvGrpSpPr/>
              <p:nvPr/>
            </p:nvGrpSpPr>
            <p:grpSpPr>
              <a:xfrm>
                <a:off x="4373003" y="2107332"/>
                <a:ext cx="773912" cy="773912"/>
                <a:chOff x="3947160" y="1585870"/>
                <a:chExt cx="773912" cy="773912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2667D6B-A860-F323-FA76-2CF7330971FE}"/>
                    </a:ext>
                  </a:extLst>
                </p:cNvPr>
                <p:cNvSpPr txBox="1"/>
                <p:nvPr/>
              </p:nvSpPr>
              <p:spPr>
                <a:xfrm>
                  <a:off x="3947160" y="1788160"/>
                  <a:ext cx="77391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MDP</a:t>
                  </a:r>
                  <a:r>
                    <a:rPr lang="en-US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E60A9DC-E546-EE66-38A6-7EB19A200E2F}"/>
                    </a:ext>
                  </a:extLst>
                </p:cNvPr>
                <p:cNvSpPr/>
                <p:nvPr/>
              </p:nvSpPr>
              <p:spPr>
                <a:xfrm>
                  <a:off x="3947160" y="1585870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C3702421-7132-4DC2-F6D5-01A0D2B7B505}"/>
                  </a:ext>
                </a:extLst>
              </p:cNvPr>
              <p:cNvGrpSpPr/>
              <p:nvPr/>
            </p:nvGrpSpPr>
            <p:grpSpPr>
              <a:xfrm>
                <a:off x="4373003" y="3637936"/>
                <a:ext cx="773912" cy="773912"/>
                <a:chOff x="3620287" y="3128403"/>
                <a:chExt cx="773912" cy="773912"/>
              </a:xfrm>
              <a:noFill/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18A7177E-1206-32E9-5828-05259E80C94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grp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VE</m:t>
                                </m:r>
                              </m:e>
                            </m:ba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baseline="-25000" dirty="0"/>
                    </a:p>
                  </p:txBody>
                </p:sp>
              </mc:Choice>
              <mc:Fallback xmlns="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508EF6A7-6509-E50D-7211-5F6E267F271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5625" r="-9375" b="-16000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1215578-6A8A-BD91-E688-2E1A8E9694A3}"/>
                    </a:ext>
                  </a:extLst>
                </p:cNvPr>
                <p:cNvSpPr/>
                <p:nvPr/>
              </p:nvSpPr>
              <p:spPr>
                <a:xfrm>
                  <a:off x="3620287" y="3128403"/>
                  <a:ext cx="773912" cy="773912"/>
                </a:xfrm>
                <a:prstGeom prst="ellipse">
                  <a:avLst/>
                </a:prstGeom>
                <a:grp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D78F005-E64B-8D1E-00A7-C5957CEC4239}"/>
                </a:ext>
              </a:extLst>
            </p:cNvPr>
            <p:cNvGrpSpPr/>
            <p:nvPr/>
          </p:nvGrpSpPr>
          <p:grpSpPr>
            <a:xfrm>
              <a:off x="7708196" y="2872634"/>
              <a:ext cx="773912" cy="773912"/>
              <a:chOff x="3620287" y="3128403"/>
              <a:chExt cx="773912" cy="773912"/>
            </a:xfrm>
            <a:noFill/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A6C69391-D754-3A7F-1BFA-FFD9C93DF1AD}"/>
                      </a:ext>
                    </a:extLst>
                  </p:cNvPr>
                  <p:cNvSpPr txBox="1"/>
                  <p:nvPr/>
                </p:nvSpPr>
                <p:spPr>
                  <a:xfrm>
                    <a:off x="3851752" y="3361471"/>
                    <a:ext cx="310983" cy="307777"/>
                  </a:xfrm>
                  <a:prstGeom prst="rect">
                    <a:avLst/>
                  </a:prstGeom>
                  <a:grpFill/>
                  <a:ln w="1270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bar>
                            <m:barPr>
                              <m:pos m:val="to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</m:e>
                          </m:bar>
                        </m:oMath>
                      </m:oMathPara>
                    </a14:m>
                    <a:endParaRPr lang="en-US" baseline="-2500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F6EBDDBB-8CC3-A519-7BAD-3E8C4202CA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1752" y="3361471"/>
                    <a:ext cx="310983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5385" r="-19231" b="-8000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4E5D3B1-611A-6DFD-9BE4-46B2FC5203A4}"/>
                  </a:ext>
                </a:extLst>
              </p:cNvPr>
              <p:cNvSpPr/>
              <p:nvPr/>
            </p:nvSpPr>
            <p:spPr>
              <a:xfrm>
                <a:off x="3620287" y="3128403"/>
                <a:ext cx="773912" cy="773912"/>
              </a:xfrm>
              <a:prstGeom prst="ellipse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221A6ACC-036B-A25D-1848-C04AB3249ED2}"/>
                </a:ext>
              </a:extLst>
            </p:cNvPr>
            <p:cNvGrpSpPr/>
            <p:nvPr/>
          </p:nvGrpSpPr>
          <p:grpSpPr>
            <a:xfrm>
              <a:off x="5457276" y="932799"/>
              <a:ext cx="1940560" cy="4589790"/>
              <a:chOff x="5104524" y="932799"/>
              <a:chExt cx="1940560" cy="458979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C21D134-9F6C-14D0-7B1E-D6D53B47F2B2}"/>
                  </a:ext>
                </a:extLst>
              </p:cNvPr>
              <p:cNvGrpSpPr/>
              <p:nvPr/>
            </p:nvGrpSpPr>
            <p:grpSpPr>
              <a:xfrm>
                <a:off x="5687848" y="2107332"/>
                <a:ext cx="773912" cy="773912"/>
                <a:chOff x="3947160" y="1585870"/>
                <a:chExt cx="773912" cy="773912"/>
              </a:xfrm>
            </p:grpSpPr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6013529-59D6-B4EB-2927-5C94DBDBFF2B}"/>
                    </a:ext>
                  </a:extLst>
                </p:cNvPr>
                <p:cNvSpPr txBox="1"/>
                <p:nvPr/>
              </p:nvSpPr>
              <p:spPr>
                <a:xfrm>
                  <a:off x="3947160" y="1788160"/>
                  <a:ext cx="77391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MDP</a:t>
                  </a:r>
                  <a:r>
                    <a:rPr lang="en-US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2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2FBCAE80-B2D7-4EDF-E6B0-D3341B751BC7}"/>
                    </a:ext>
                  </a:extLst>
                </p:cNvPr>
                <p:cNvSpPr/>
                <p:nvPr/>
              </p:nvSpPr>
              <p:spPr>
                <a:xfrm>
                  <a:off x="3947160" y="1585870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BDFBF32A-CFA5-C28D-EAEC-3B75FB0381F6}"/>
                  </a:ext>
                </a:extLst>
              </p:cNvPr>
              <p:cNvGrpSpPr/>
              <p:nvPr/>
            </p:nvGrpSpPr>
            <p:grpSpPr>
              <a:xfrm>
                <a:off x="5687848" y="3637936"/>
                <a:ext cx="773912" cy="773912"/>
                <a:chOff x="3620287" y="3128403"/>
                <a:chExt cx="773912" cy="773912"/>
              </a:xfrm>
              <a:noFill/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9A163B77-9665-ABD0-B358-F106C7BE4EA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grp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VE</m:t>
                                </m:r>
                              </m:e>
                            </m:ba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en-US" baseline="-25000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1D965F69-6EF1-B59E-22E0-0E89554024D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15625" r="-9375" b="-16000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D8EF0EE-3252-1184-3ADC-6EECA79141B9}"/>
                    </a:ext>
                  </a:extLst>
                </p:cNvPr>
                <p:cNvSpPr/>
                <p:nvPr/>
              </p:nvSpPr>
              <p:spPr>
                <a:xfrm>
                  <a:off x="3620287" y="3128403"/>
                  <a:ext cx="773912" cy="773912"/>
                </a:xfrm>
                <a:prstGeom prst="ellipse">
                  <a:avLst/>
                </a:prstGeom>
                <a:grp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C86306F5-14E6-571D-8C2A-7ABBCF7AC592}"/>
                  </a:ext>
                </a:extLst>
              </p:cNvPr>
              <p:cNvGrpSpPr/>
              <p:nvPr/>
            </p:nvGrpSpPr>
            <p:grpSpPr>
              <a:xfrm>
                <a:off x="5104524" y="932799"/>
                <a:ext cx="1940560" cy="773912"/>
                <a:chOff x="5125720" y="254910"/>
                <a:chExt cx="1940560" cy="773912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C33534CC-B7D9-C5A1-6558-E17589ECAA5A}"/>
                    </a:ext>
                  </a:extLst>
                </p:cNvPr>
                <p:cNvSpPr txBox="1"/>
                <p:nvPr/>
              </p:nvSpPr>
              <p:spPr>
                <a:xfrm>
                  <a:off x="5125720" y="457200"/>
                  <a:ext cx="1940560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Data distribution</a:t>
                  </a: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CD8DCCDC-B73F-A169-4030-8938A77F89EB}"/>
                    </a:ext>
                  </a:extLst>
                </p:cNvPr>
                <p:cNvSpPr/>
                <p:nvPr/>
              </p:nvSpPr>
              <p:spPr>
                <a:xfrm>
                  <a:off x="5709044" y="254910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C9CCFE0-6775-896B-567B-62A23C4EFBFF}"/>
                  </a:ext>
                </a:extLst>
              </p:cNvPr>
              <p:cNvGrpSpPr/>
              <p:nvPr/>
            </p:nvGrpSpPr>
            <p:grpSpPr>
              <a:xfrm>
                <a:off x="5687848" y="4748677"/>
                <a:ext cx="773912" cy="773912"/>
                <a:chOff x="5683644" y="4377219"/>
                <a:chExt cx="773912" cy="773912"/>
              </a:xfrm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8680C15-E81C-0ECD-7EEE-E4BCD22CC867}"/>
                    </a:ext>
                  </a:extLst>
                </p:cNvPr>
                <p:cNvSpPr/>
                <p:nvPr/>
              </p:nvSpPr>
              <p:spPr>
                <a:xfrm>
                  <a:off x="5683644" y="4377219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0B5DA9D3-7914-3E5B-F37D-1C95488BE3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26362" y="4625676"/>
                      <a:ext cx="288476" cy="276999"/>
                    </a:xfrm>
                    <a:prstGeom prst="rect">
                      <a:avLst/>
                    </a:prstGeom>
                    <a:no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oMath>
                        </m:oMathPara>
                      </a14:m>
                      <a:endParaRPr lang="en-US" b="1" dirty="0"/>
                    </a:p>
                  </p:txBody>
                </p:sp>
              </mc:Choice>
              <mc:Fallback xmlns="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CF851509-8D50-03F5-C240-03E7E6BBCB0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26362" y="4625676"/>
                      <a:ext cx="288476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6667" r="-4167" b="-4348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0C0ED030-E7D5-362F-4E72-5E68FD809FF7}"/>
                </a:ext>
              </a:extLst>
            </p:cNvPr>
            <p:cNvCxnSpPr>
              <a:cxnSpLocks/>
              <a:endCxn id="36" idx="3"/>
            </p:cNvCxnSpPr>
            <p:nvPr/>
          </p:nvCxnSpPr>
          <p:spPr>
            <a:xfrm flipV="1">
              <a:off x="4904214" y="1593374"/>
              <a:ext cx="1249723" cy="66773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686E3CCA-E530-5F69-0766-353B3A0E921F}"/>
                </a:ext>
              </a:extLst>
            </p:cNvPr>
            <p:cNvCxnSpPr>
              <a:cxnSpLocks/>
              <a:stCxn id="16" idx="0"/>
              <a:endCxn id="3" idx="2"/>
            </p:cNvCxnSpPr>
            <p:nvPr/>
          </p:nvCxnSpPr>
          <p:spPr>
            <a:xfrm flipV="1">
              <a:off x="6427556" y="1504421"/>
              <a:ext cx="0" cy="80520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0555B1E5-A1C5-D01E-E00C-0D149004FEB8}"/>
                </a:ext>
              </a:extLst>
            </p:cNvPr>
            <p:cNvCxnSpPr>
              <a:cxnSpLocks/>
              <a:stCxn id="36" idx="5"/>
            </p:cNvCxnSpPr>
            <p:nvPr/>
          </p:nvCxnSpPr>
          <p:spPr>
            <a:xfrm>
              <a:off x="6701175" y="1593374"/>
              <a:ext cx="1350929" cy="143407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2075DA3C-FB31-B76D-EE81-009484B55C82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4759959" y="2678954"/>
              <a:ext cx="0" cy="11005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9CB834F2-083F-F959-FCA5-380C97C3FBB1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6427556" y="2678954"/>
              <a:ext cx="0" cy="111795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051D456E-1F47-4555-5769-1DBC83382A04}"/>
                </a:ext>
              </a:extLst>
            </p:cNvPr>
            <p:cNvCxnSpPr>
              <a:cxnSpLocks/>
              <a:endCxn id="48" idx="1"/>
            </p:cNvCxnSpPr>
            <p:nvPr/>
          </p:nvCxnSpPr>
          <p:spPr>
            <a:xfrm>
              <a:off x="4956327" y="4248658"/>
              <a:ext cx="1197610" cy="6133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ADBDACDF-A647-7AEE-1AA6-BF9672DDA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7554" y="4221129"/>
              <a:ext cx="1" cy="6400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39AF5ED9-7350-0531-95CC-003C791A56F5}"/>
                </a:ext>
              </a:extLst>
            </p:cNvPr>
            <p:cNvCxnSpPr>
              <a:cxnSpLocks/>
              <a:endCxn id="48" idx="7"/>
            </p:cNvCxnSpPr>
            <p:nvPr/>
          </p:nvCxnSpPr>
          <p:spPr>
            <a:xfrm flipH="1">
              <a:off x="6701175" y="3491729"/>
              <a:ext cx="1350929" cy="13702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54590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260BC-6686-FACA-DA28-DF40DF12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F0AB1BE-F533-21F9-BBC1-F239B76C12B6}"/>
              </a:ext>
            </a:extLst>
          </p:cNvPr>
          <p:cNvGrpSpPr/>
          <p:nvPr/>
        </p:nvGrpSpPr>
        <p:grpSpPr>
          <a:xfrm>
            <a:off x="370036" y="964695"/>
            <a:ext cx="5575270" cy="4589790"/>
            <a:chOff x="4373003" y="932799"/>
            <a:chExt cx="5575270" cy="458979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C3344C-F96C-3F37-3A6C-46957D297108}"/>
                </a:ext>
              </a:extLst>
            </p:cNvPr>
            <p:cNvGrpSpPr/>
            <p:nvPr/>
          </p:nvGrpSpPr>
          <p:grpSpPr>
            <a:xfrm>
              <a:off x="6190358" y="932799"/>
              <a:ext cx="1940560" cy="773912"/>
              <a:chOff x="5125720" y="254910"/>
              <a:chExt cx="1940560" cy="773912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8F899C70-6601-A334-CA6F-CB6AFC256F55}"/>
                  </a:ext>
                </a:extLst>
              </p:cNvPr>
              <p:cNvSpPr txBox="1"/>
              <p:nvPr/>
            </p:nvSpPr>
            <p:spPr>
              <a:xfrm>
                <a:off x="5125720" y="457200"/>
                <a:ext cx="1940560" cy="36933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Data distribution</a:t>
                </a: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1C61C8E-02BE-446C-D3F5-3F9E80934B07}"/>
                  </a:ext>
                </a:extLst>
              </p:cNvPr>
              <p:cNvSpPr/>
              <p:nvPr/>
            </p:nvSpPr>
            <p:spPr>
              <a:xfrm>
                <a:off x="5709044" y="254910"/>
                <a:ext cx="773912" cy="773912"/>
              </a:xfrm>
              <a:prstGeom prst="ellipse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74B7EAE-791A-348C-0D11-DEB24C5009BE}"/>
                </a:ext>
              </a:extLst>
            </p:cNvPr>
            <p:cNvGrpSpPr/>
            <p:nvPr/>
          </p:nvGrpSpPr>
          <p:grpSpPr>
            <a:xfrm>
              <a:off x="4373003" y="2107332"/>
              <a:ext cx="2441509" cy="3415257"/>
              <a:chOff x="4373003" y="2107332"/>
              <a:chExt cx="2441509" cy="3415257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B0FDF2F5-B50B-1D8C-486A-C560A7416E59}"/>
                  </a:ext>
                </a:extLst>
              </p:cNvPr>
              <p:cNvGrpSpPr/>
              <p:nvPr/>
            </p:nvGrpSpPr>
            <p:grpSpPr>
              <a:xfrm>
                <a:off x="4373003" y="2107332"/>
                <a:ext cx="773912" cy="773912"/>
                <a:chOff x="3947160" y="1585870"/>
                <a:chExt cx="773912" cy="773912"/>
              </a:xfrm>
            </p:grpSpPr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0E0AD5D-70AF-5402-E904-BD4F74319B0A}"/>
                    </a:ext>
                  </a:extLst>
                </p:cNvPr>
                <p:cNvSpPr txBox="1"/>
                <p:nvPr/>
              </p:nvSpPr>
              <p:spPr>
                <a:xfrm>
                  <a:off x="3947160" y="1788160"/>
                  <a:ext cx="77391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MDP</a:t>
                  </a:r>
                  <a:r>
                    <a:rPr lang="en-US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</a:t>
                  </a:r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47D87CC6-2FE8-B26E-3FD5-2B081F2B00AF}"/>
                    </a:ext>
                  </a:extLst>
                </p:cNvPr>
                <p:cNvSpPr/>
                <p:nvPr/>
              </p:nvSpPr>
              <p:spPr>
                <a:xfrm>
                  <a:off x="3947160" y="1585870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ED18B62B-EBDE-AEA2-D346-D279BB5FA806}"/>
                  </a:ext>
                </a:extLst>
              </p:cNvPr>
              <p:cNvGrpSpPr/>
              <p:nvPr/>
            </p:nvGrpSpPr>
            <p:grpSpPr>
              <a:xfrm>
                <a:off x="4373003" y="3637936"/>
                <a:ext cx="773912" cy="773912"/>
                <a:chOff x="3620287" y="3128403"/>
                <a:chExt cx="773912" cy="773912"/>
              </a:xfrm>
              <a:noFill/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18DB1CC4-BD48-2B42-A691-5AB9BED952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grp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BE</m:t>
                                </m:r>
                              </m:e>
                            </m:ba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n-US" baseline="-25000" dirty="0"/>
                    </a:p>
                  </p:txBody>
                </p:sp>
              </mc:Choice>
              <mc:Fallback xmlns="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508EF6A7-6509-E50D-7211-5F6E267F271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5625" r="-9375" b="-16000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56F4C25-5225-7176-92F1-9B33E3FC9ADB}"/>
                    </a:ext>
                  </a:extLst>
                </p:cNvPr>
                <p:cNvSpPr/>
                <p:nvPr/>
              </p:nvSpPr>
              <p:spPr>
                <a:xfrm>
                  <a:off x="3620287" y="3128403"/>
                  <a:ext cx="773912" cy="773912"/>
                </a:xfrm>
                <a:prstGeom prst="ellipse">
                  <a:avLst/>
                </a:prstGeom>
                <a:grp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11A4CA15-672B-9541-10CC-73B757DC7437}"/>
                  </a:ext>
                </a:extLst>
              </p:cNvPr>
              <p:cNvGrpSpPr/>
              <p:nvPr/>
            </p:nvGrpSpPr>
            <p:grpSpPr>
              <a:xfrm>
                <a:off x="6040600" y="2107332"/>
                <a:ext cx="773912" cy="773912"/>
                <a:chOff x="3947160" y="1585870"/>
                <a:chExt cx="773912" cy="773912"/>
              </a:xfrm>
            </p:grpSpPr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16AC662-B5C7-1294-12E8-A6C6558FC640}"/>
                    </a:ext>
                  </a:extLst>
                </p:cNvPr>
                <p:cNvSpPr txBox="1"/>
                <p:nvPr/>
              </p:nvSpPr>
              <p:spPr>
                <a:xfrm>
                  <a:off x="3947160" y="1788160"/>
                  <a:ext cx="77391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MDP</a:t>
                  </a:r>
                  <a:r>
                    <a:rPr lang="en-US" baseline="-25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2</a:t>
                  </a:r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9AE457B8-DC72-3A90-464C-7273AFF7344C}"/>
                    </a:ext>
                  </a:extLst>
                </p:cNvPr>
                <p:cNvSpPr/>
                <p:nvPr/>
              </p:nvSpPr>
              <p:spPr>
                <a:xfrm>
                  <a:off x="3947160" y="1585870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3FD5060E-CCEB-DCC9-F165-194E3962EB69}"/>
                  </a:ext>
                </a:extLst>
              </p:cNvPr>
              <p:cNvGrpSpPr/>
              <p:nvPr/>
            </p:nvGrpSpPr>
            <p:grpSpPr>
              <a:xfrm>
                <a:off x="6040600" y="3637936"/>
                <a:ext cx="773912" cy="773912"/>
                <a:chOff x="3620287" y="3128403"/>
                <a:chExt cx="773912" cy="773912"/>
              </a:xfrm>
              <a:noFill/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FE1ADE97-2B39-47B5-20D4-283922C50E3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grp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m:rPr>
                                    <m:nor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BE</m:t>
                                </m:r>
                              </m:e>
                            </m:bar>
                            <m:r>
                              <a:rPr lang="en-US" b="0" i="1" baseline="-25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en-US" baseline="-25000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1D965F69-6EF1-B59E-22E0-0E89554024D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10876" y="3361471"/>
                      <a:ext cx="392735" cy="30777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15625" r="-9375" b="-16000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4F692A57-7BE8-40FE-7DC5-E9A1DBF143F0}"/>
                    </a:ext>
                  </a:extLst>
                </p:cNvPr>
                <p:cNvSpPr/>
                <p:nvPr/>
              </p:nvSpPr>
              <p:spPr>
                <a:xfrm>
                  <a:off x="3620287" y="3128403"/>
                  <a:ext cx="773912" cy="773912"/>
                </a:xfrm>
                <a:prstGeom prst="ellipse">
                  <a:avLst/>
                </a:prstGeom>
                <a:grp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5A4A1A1D-461D-4216-82D0-B22016D1D594}"/>
                  </a:ext>
                </a:extLst>
              </p:cNvPr>
              <p:cNvGrpSpPr/>
              <p:nvPr/>
            </p:nvGrpSpPr>
            <p:grpSpPr>
              <a:xfrm>
                <a:off x="6040600" y="4748677"/>
                <a:ext cx="773912" cy="773912"/>
                <a:chOff x="5683644" y="4377219"/>
                <a:chExt cx="773912" cy="773912"/>
              </a:xfrm>
            </p:grpSpPr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16B108BC-730A-930C-A5CA-EC72A1801D32}"/>
                    </a:ext>
                  </a:extLst>
                </p:cNvPr>
                <p:cNvSpPr/>
                <p:nvPr/>
              </p:nvSpPr>
              <p:spPr>
                <a:xfrm>
                  <a:off x="5683644" y="4377219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B31A08C9-12B9-D839-D85A-310D687BE5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26362" y="4625676"/>
                      <a:ext cx="373436" cy="276999"/>
                    </a:xfrm>
                    <a:prstGeom prst="rect">
                      <a:avLst/>
                    </a:prstGeom>
                    <a:no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  <m:r>
                                  <a:rPr lang="en-US" b="0" i="1" baseline="-250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oMath>
                        </m:oMathPara>
                      </a14:m>
                      <a:endParaRPr lang="en-US" b="1" dirty="0"/>
                    </a:p>
                  </p:txBody>
                </p:sp>
              </mc:Choice>
              <mc:Fallback xmlns="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CF851509-8D50-03F5-C240-03E7E6BBCB0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26362" y="4625676"/>
                      <a:ext cx="373436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12903" r="-3226" b="-8696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4397C838-D26F-83FF-DCF7-00F2F90482F4}"/>
                  </a:ext>
                </a:extLst>
              </p:cNvPr>
              <p:cNvCxnSpPr>
                <a:cxnSpLocks/>
                <a:stCxn id="72" idx="2"/>
              </p:cNvCxnSpPr>
              <p:nvPr/>
            </p:nvCxnSpPr>
            <p:spPr>
              <a:xfrm>
                <a:off x="4759959" y="2678954"/>
                <a:ext cx="0" cy="11005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1F7B663C-AE53-2C01-3AD0-D2CC9AFEB08A}"/>
                  </a:ext>
                </a:extLst>
              </p:cNvPr>
              <p:cNvCxnSpPr>
                <a:cxnSpLocks/>
                <a:stCxn id="65" idx="2"/>
              </p:cNvCxnSpPr>
              <p:nvPr/>
            </p:nvCxnSpPr>
            <p:spPr>
              <a:xfrm>
                <a:off x="6427556" y="2678954"/>
                <a:ext cx="0" cy="111795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81B2462-10EA-EF2C-3CC8-B839A24AEB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27554" y="4221129"/>
                <a:ext cx="1" cy="64008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6266B543-B2F7-E6E9-E0E6-B49D42C89C1D}"/>
                  </a:ext>
                </a:extLst>
              </p:cNvPr>
              <p:cNvGrpSpPr/>
              <p:nvPr/>
            </p:nvGrpSpPr>
            <p:grpSpPr>
              <a:xfrm>
                <a:off x="4373003" y="4748677"/>
                <a:ext cx="773912" cy="773912"/>
                <a:chOff x="5683644" y="4377219"/>
                <a:chExt cx="773912" cy="773912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72AD8A94-C616-8232-A536-CAAC95A5901C}"/>
                    </a:ext>
                  </a:extLst>
                </p:cNvPr>
                <p:cNvSpPr/>
                <p:nvPr/>
              </p:nvSpPr>
              <p:spPr>
                <a:xfrm>
                  <a:off x="5683644" y="4377219"/>
                  <a:ext cx="773912" cy="773912"/>
                </a:xfrm>
                <a:prstGeom prst="ellipse">
                  <a:avLst/>
                </a:prstGeom>
                <a:noFill/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08E16831-F46A-BB38-6960-9D5A89FC11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26362" y="4625676"/>
                      <a:ext cx="373436" cy="276999"/>
                    </a:xfrm>
                    <a:prstGeom prst="rect">
                      <a:avLst/>
                    </a:prstGeom>
                    <a:noFill/>
                    <a:ln w="12700">
                      <a:noFill/>
                    </a:ln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  <m:r>
                                  <a:rPr lang="en-US" b="0" i="1" baseline="-250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oMath>
                        </m:oMathPara>
                      </a14:m>
                      <a:endParaRPr lang="en-US" b="1" dirty="0"/>
                    </a:p>
                  </p:txBody>
                </p:sp>
              </mc:Choice>
              <mc:Fallback xmlns="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47BF7213-AD82-C39A-79AE-1BEB2A9D377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26362" y="4625676"/>
                      <a:ext cx="373436" cy="2769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3333" r="-3333" b="-8696"/>
                      </a:stretch>
                    </a:blipFill>
                    <a:ln w="127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58AB5825-37DE-BDF7-06DA-18C666CFDA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59957" y="4221129"/>
                <a:ext cx="1" cy="64008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BA60B0-6191-3308-FE16-B3722BC83AB7}"/>
                </a:ext>
              </a:extLst>
            </p:cNvPr>
            <p:cNvGrpSpPr/>
            <p:nvPr/>
          </p:nvGrpSpPr>
          <p:grpSpPr>
            <a:xfrm>
              <a:off x="7506764" y="2872634"/>
              <a:ext cx="2441509" cy="1889185"/>
              <a:chOff x="7506764" y="2872634"/>
              <a:chExt cx="2441509" cy="1889185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F29BF0F-0DA3-1F63-0488-47DF522C7CCA}"/>
                  </a:ext>
                </a:extLst>
              </p:cNvPr>
              <p:cNvSpPr/>
              <p:nvPr/>
            </p:nvSpPr>
            <p:spPr>
              <a:xfrm>
                <a:off x="7708196" y="2872634"/>
                <a:ext cx="773912" cy="773912"/>
              </a:xfrm>
              <a:prstGeom prst="ellipse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675A538-72CE-D56F-1B45-DCBA08DBB158}"/>
                  </a:ext>
                </a:extLst>
              </p:cNvPr>
              <p:cNvGrpSpPr/>
              <p:nvPr/>
            </p:nvGrpSpPr>
            <p:grpSpPr>
              <a:xfrm>
                <a:off x="7506764" y="2877166"/>
                <a:ext cx="2441509" cy="1884653"/>
                <a:chOff x="7321236" y="2976556"/>
                <a:chExt cx="2441509" cy="1884653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DB4CBB83-4BE6-076F-958C-E0064D6915BE}"/>
                    </a:ext>
                  </a:extLst>
                </p:cNvPr>
                <p:cNvGrpSpPr/>
                <p:nvPr/>
              </p:nvGrpSpPr>
              <p:grpSpPr>
                <a:xfrm>
                  <a:off x="7321236" y="2976556"/>
                  <a:ext cx="773912" cy="773912"/>
                  <a:chOff x="3620287" y="3128403"/>
                  <a:chExt cx="773912" cy="773912"/>
                </a:xfrm>
                <a:noFill/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" name="TextBox 42">
                        <a:extLst>
                          <a:ext uri="{FF2B5EF4-FFF2-40B4-BE49-F238E27FC236}">
                            <a16:creationId xmlns:a16="http://schemas.microsoft.com/office/drawing/2014/main" id="{C96DAC56-E39D-554F-E64F-A8DFAB56D47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810876" y="3361471"/>
                        <a:ext cx="440826" cy="307777"/>
                      </a:xfrm>
                      <a:prstGeom prst="rect">
                        <a:avLst/>
                      </a:prstGeom>
                      <a:grpFill/>
                      <a:ln w="12700">
                        <a:noFill/>
                      </a:ln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PBE</m:t>
                                  </m:r>
                                </m:e>
                              </m:bar>
                            </m:oMath>
                          </m:oMathPara>
                        </a14:m>
                        <a:endParaRPr lang="en-US" baseline="-25000" dirty="0"/>
                      </a:p>
                    </p:txBody>
                  </p:sp>
                </mc:Choice>
                <mc:Fallback xmlns="">
                  <p:sp>
                    <p:nvSpPr>
                      <p:cNvPr id="35" name="TextBox 34">
                        <a:extLst>
                          <a:ext uri="{FF2B5EF4-FFF2-40B4-BE49-F238E27FC236}">
                            <a16:creationId xmlns:a16="http://schemas.microsoft.com/office/drawing/2014/main" id="{1F4EAAB8-B209-B0E7-1F7F-B7582EA654A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810876" y="3361471"/>
                        <a:ext cx="440826" cy="307777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14286" r="-14286" b="-7692"/>
                        </a:stretch>
                      </a:blipFill>
                      <a:ln w="127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81FDA21B-3BAB-8BD8-68D7-7FA228EE4F33}"/>
                      </a:ext>
                    </a:extLst>
                  </p:cNvPr>
                  <p:cNvSpPr/>
                  <p:nvPr/>
                </p:nvSpPr>
                <p:spPr>
                  <a:xfrm>
                    <a:off x="3620287" y="3128403"/>
                    <a:ext cx="773912" cy="773912"/>
                  </a:xfrm>
                  <a:prstGeom prst="ellipse">
                    <a:avLst/>
                  </a:prstGeom>
                  <a:grpFill/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5F5364F9-5008-0053-2058-3FB7B86F24D4}"/>
                    </a:ext>
                  </a:extLst>
                </p:cNvPr>
                <p:cNvGrpSpPr/>
                <p:nvPr/>
              </p:nvGrpSpPr>
              <p:grpSpPr>
                <a:xfrm>
                  <a:off x="8988833" y="2976556"/>
                  <a:ext cx="773912" cy="773912"/>
                  <a:chOff x="3620287" y="3128403"/>
                  <a:chExt cx="773912" cy="773912"/>
                </a:xfrm>
                <a:noFill/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1" name="TextBox 40">
                        <a:extLst>
                          <a:ext uri="{FF2B5EF4-FFF2-40B4-BE49-F238E27FC236}">
                            <a16:creationId xmlns:a16="http://schemas.microsoft.com/office/drawing/2014/main" id="{611D5B61-A797-5596-8598-CC0CD18AC2A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810876" y="3361471"/>
                        <a:ext cx="456856" cy="307777"/>
                      </a:xfrm>
                      <a:prstGeom prst="rect">
                        <a:avLst/>
                      </a:prstGeom>
                      <a:grpFill/>
                      <a:ln w="12700">
                        <a:noFill/>
                      </a:ln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m:rPr>
                                      <m:nor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TDE</m:t>
                                  </m:r>
                                </m:e>
                              </m:bar>
                            </m:oMath>
                          </m:oMathPara>
                        </a14:m>
                        <a:endParaRPr lang="en-US" baseline="-25000" dirty="0"/>
                      </a:p>
                    </p:txBody>
                  </p:sp>
                </mc:Choice>
                <mc:Fallback xmlns="">
                  <p:sp>
                    <p:nvSpPr>
                      <p:cNvPr id="39" name="TextBox 38">
                        <a:extLst>
                          <a:ext uri="{FF2B5EF4-FFF2-40B4-BE49-F238E27FC236}">
                            <a16:creationId xmlns:a16="http://schemas.microsoft.com/office/drawing/2014/main" id="{3C008E9F-79B4-637A-3D42-4297496D6A1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810876" y="3361471"/>
                        <a:ext cx="456856" cy="307777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13514" r="-13514" b="-7692"/>
                        </a:stretch>
                      </a:blipFill>
                      <a:ln w="127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4A03B929-D298-122F-8E34-0430DCD309CC}"/>
                      </a:ext>
                    </a:extLst>
                  </p:cNvPr>
                  <p:cNvSpPr/>
                  <p:nvPr/>
                </p:nvSpPr>
                <p:spPr>
                  <a:xfrm>
                    <a:off x="3620287" y="3128403"/>
                    <a:ext cx="773912" cy="773912"/>
                  </a:xfrm>
                  <a:prstGeom prst="ellipse">
                    <a:avLst/>
                  </a:prstGeom>
                  <a:grpFill/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CBEB0592-65CA-DB54-B0B6-770F5883CF41}"/>
                    </a:ext>
                  </a:extLst>
                </p:cNvPr>
                <p:cNvGrpSpPr/>
                <p:nvPr/>
              </p:nvGrpSpPr>
              <p:grpSpPr>
                <a:xfrm>
                  <a:off x="8988833" y="4087297"/>
                  <a:ext cx="773912" cy="773912"/>
                  <a:chOff x="5683644" y="4377219"/>
                  <a:chExt cx="773912" cy="773912"/>
                </a:xfrm>
              </p:grpSpPr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53B24E5A-44E1-E095-DB10-9CB8DCC04087}"/>
                      </a:ext>
                    </a:extLst>
                  </p:cNvPr>
                  <p:cNvSpPr/>
                  <p:nvPr/>
                </p:nvSpPr>
                <p:spPr>
                  <a:xfrm>
                    <a:off x="5683644" y="4377219"/>
                    <a:ext cx="773912" cy="773912"/>
                  </a:xfrm>
                  <a:prstGeom prst="ellipse">
                    <a:avLst/>
                  </a:prstGeom>
                  <a:noFill/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TextBox 38">
                        <a:extLst>
                          <a:ext uri="{FF2B5EF4-FFF2-40B4-BE49-F238E27FC236}">
                            <a16:creationId xmlns:a16="http://schemas.microsoft.com/office/drawing/2014/main" id="{17290497-5A75-26EC-CFCE-B8B7C16EE40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926362" y="4625676"/>
                        <a:ext cx="373436" cy="27699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US" b="1" dirty="0"/>
                      </a:p>
                    </p:txBody>
                  </p:sp>
                </mc:Choice>
                <mc:Fallback xmlns="">
                  <p:sp>
                    <p:nvSpPr>
                      <p:cNvPr id="44" name="TextBox 43">
                        <a:extLst>
                          <a:ext uri="{FF2B5EF4-FFF2-40B4-BE49-F238E27FC236}">
                            <a16:creationId xmlns:a16="http://schemas.microsoft.com/office/drawing/2014/main" id="{377B5DAA-898E-41F6-D85E-93232D800D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926362" y="4625676"/>
                        <a:ext cx="373436" cy="276999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l="-13333" r="-3333" b="-8696"/>
                        </a:stretch>
                      </a:blipFill>
                      <a:ln w="127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8D5D929E-873C-E64F-7F3A-B77BD61A94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75787" y="3559749"/>
                  <a:ext cx="1" cy="64008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40789398-8BC1-1728-64A4-8335D6E639C7}"/>
                    </a:ext>
                  </a:extLst>
                </p:cNvPr>
                <p:cNvGrpSpPr/>
                <p:nvPr/>
              </p:nvGrpSpPr>
              <p:grpSpPr>
                <a:xfrm>
                  <a:off x="7321236" y="4087297"/>
                  <a:ext cx="773912" cy="773912"/>
                  <a:chOff x="5683644" y="4377219"/>
                  <a:chExt cx="773912" cy="773912"/>
                </a:xfrm>
              </p:grpSpPr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F7DE5C4E-5369-F067-5792-FA33AA624564}"/>
                      </a:ext>
                    </a:extLst>
                  </p:cNvPr>
                  <p:cNvSpPr/>
                  <p:nvPr/>
                </p:nvSpPr>
                <p:spPr>
                  <a:xfrm>
                    <a:off x="5683644" y="4377219"/>
                    <a:ext cx="773912" cy="773912"/>
                  </a:xfrm>
                  <a:prstGeom prst="ellipse">
                    <a:avLst/>
                  </a:prstGeom>
                  <a:noFill/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7" name="TextBox 36">
                        <a:extLst>
                          <a:ext uri="{FF2B5EF4-FFF2-40B4-BE49-F238E27FC236}">
                            <a16:creationId xmlns:a16="http://schemas.microsoft.com/office/drawing/2014/main" id="{2FB1CC26-FD92-499F-18EA-357B9B0B28D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926362" y="4625676"/>
                        <a:ext cx="373436" cy="276999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</a:ln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b="0" i="1" baseline="-2500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US" b="1" dirty="0"/>
                      </a:p>
                    </p:txBody>
                  </p:sp>
                </mc:Choice>
                <mc:Fallback xmlns="">
                  <p:sp>
                    <p:nvSpPr>
                      <p:cNvPr id="49" name="TextBox 48">
                        <a:extLst>
                          <a:ext uri="{FF2B5EF4-FFF2-40B4-BE49-F238E27FC236}">
                            <a16:creationId xmlns:a16="http://schemas.microsoft.com/office/drawing/2014/main" id="{9CD5072B-3F10-F4FF-7806-8739730366F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926362" y="4625676"/>
                        <a:ext cx="373436" cy="276999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l="-13333" r="-3333" b="-8696"/>
                        </a:stretch>
                      </a:blipFill>
                      <a:ln w="1270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B80709F6-75BD-E670-6CCF-5C3210A100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08190" y="3559749"/>
                  <a:ext cx="1" cy="64008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67C262A-05FE-76F0-2982-FF1C5849D3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6769" y="1504421"/>
              <a:ext cx="1530785" cy="7566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3724C25-1209-F940-6ECD-C2DEED1D517A}"/>
                </a:ext>
              </a:extLst>
            </p:cNvPr>
            <p:cNvCxnSpPr>
              <a:stCxn id="65" idx="0"/>
            </p:cNvCxnSpPr>
            <p:nvPr/>
          </p:nvCxnSpPr>
          <p:spPr>
            <a:xfrm flipV="1">
              <a:off x="6427556" y="1504421"/>
              <a:ext cx="529835" cy="80520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BB135AF-17B8-55FA-DEE2-5016EFFCAF1E}"/>
                </a:ext>
              </a:extLst>
            </p:cNvPr>
            <p:cNvCxnSpPr>
              <a:cxnSpLocks/>
            </p:cNvCxnSpPr>
            <p:nvPr/>
          </p:nvCxnSpPr>
          <p:spPr>
            <a:xfrm>
              <a:off x="7484564" y="1504421"/>
              <a:ext cx="409154" cy="15321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729C131-6813-DF6F-DDB0-64E11DE181D9}"/>
                </a:ext>
              </a:extLst>
            </p:cNvPr>
            <p:cNvCxnSpPr>
              <a:cxnSpLocks/>
            </p:cNvCxnSpPr>
            <p:nvPr/>
          </p:nvCxnSpPr>
          <p:spPr>
            <a:xfrm>
              <a:off x="7893718" y="1535247"/>
              <a:ext cx="1667597" cy="15255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5347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135">
            <a:extLst>
              <a:ext uri="{FF2B5EF4-FFF2-40B4-BE49-F238E27FC236}">
                <a16:creationId xmlns:a16="http://schemas.microsoft.com/office/drawing/2014/main" id="{437CF930-DD53-4C35-25DC-173B6FF45CC8}"/>
              </a:ext>
            </a:extLst>
          </p:cNvPr>
          <p:cNvGrpSpPr/>
          <p:nvPr/>
        </p:nvGrpSpPr>
        <p:grpSpPr>
          <a:xfrm>
            <a:off x="2502568" y="909262"/>
            <a:ext cx="2728392" cy="2695770"/>
            <a:chOff x="2502568" y="909262"/>
            <a:chExt cx="2728392" cy="2695770"/>
          </a:xfrm>
        </p:grpSpPr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D751E4DF-57BF-0252-04CD-1133B4416A1E}"/>
                </a:ext>
              </a:extLst>
            </p:cNvPr>
            <p:cNvSpPr/>
            <p:nvPr/>
          </p:nvSpPr>
          <p:spPr>
            <a:xfrm>
              <a:off x="3101546" y="1235676"/>
              <a:ext cx="1519881" cy="333632"/>
            </a:xfrm>
            <a:custGeom>
              <a:avLst/>
              <a:gdLst>
                <a:gd name="connsiteX0" fmla="*/ 0 w 1519881"/>
                <a:gd name="connsiteY0" fmla="*/ 0 h 333632"/>
                <a:gd name="connsiteX1" fmla="*/ 370703 w 1519881"/>
                <a:gd name="connsiteY1" fmla="*/ 123567 h 333632"/>
                <a:gd name="connsiteX2" fmla="*/ 1519881 w 1519881"/>
                <a:gd name="connsiteY2" fmla="*/ 333632 h 33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19881" h="333632">
                  <a:moveTo>
                    <a:pt x="0" y="0"/>
                  </a:moveTo>
                  <a:cubicBezTo>
                    <a:pt x="58695" y="33981"/>
                    <a:pt x="117390" y="67962"/>
                    <a:pt x="370703" y="123567"/>
                  </a:cubicBezTo>
                  <a:cubicBezTo>
                    <a:pt x="624016" y="179172"/>
                    <a:pt x="1346887" y="158578"/>
                    <a:pt x="1519881" y="33363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C441416-C75B-3E2E-A100-7805761D5C68}"/>
                </a:ext>
              </a:extLst>
            </p:cNvPr>
            <p:cNvSpPr/>
            <p:nvPr/>
          </p:nvSpPr>
          <p:spPr>
            <a:xfrm>
              <a:off x="3164785" y="1306012"/>
              <a:ext cx="66454" cy="225296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C0CA266-53DC-1DE4-C548-60F26A40027D}"/>
                </a:ext>
              </a:extLst>
            </p:cNvPr>
            <p:cNvSpPr/>
            <p:nvPr/>
          </p:nvSpPr>
          <p:spPr>
            <a:xfrm>
              <a:off x="3101546" y="1278596"/>
              <a:ext cx="66454" cy="227670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27B52379-32C1-E2B9-594E-1B72EDD64B7B}"/>
                </a:ext>
              </a:extLst>
            </p:cNvPr>
            <p:cNvSpPr/>
            <p:nvPr/>
          </p:nvSpPr>
          <p:spPr>
            <a:xfrm>
              <a:off x="3297345" y="1344713"/>
              <a:ext cx="66454" cy="22142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EF58CE1-EC25-8D84-02FC-C138412D83DE}"/>
                </a:ext>
              </a:extLst>
            </p:cNvPr>
            <p:cNvSpPr/>
            <p:nvPr/>
          </p:nvSpPr>
          <p:spPr>
            <a:xfrm>
              <a:off x="3231726" y="1326108"/>
              <a:ext cx="66454" cy="22328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19656C8-8CE8-9061-CDB3-5C4B08C456A1}"/>
                </a:ext>
              </a:extLst>
            </p:cNvPr>
            <p:cNvSpPr/>
            <p:nvPr/>
          </p:nvSpPr>
          <p:spPr>
            <a:xfrm>
              <a:off x="3360584" y="1358293"/>
              <a:ext cx="66454" cy="220068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3D2DB1E-15A1-E6CF-031D-F7164E4E3427}"/>
                </a:ext>
              </a:extLst>
            </p:cNvPr>
            <p:cNvSpPr/>
            <p:nvPr/>
          </p:nvSpPr>
          <p:spPr>
            <a:xfrm>
              <a:off x="3423823" y="1375880"/>
              <a:ext cx="66454" cy="21881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44302C7-360F-7726-6BCC-7A170B685E63}"/>
                </a:ext>
              </a:extLst>
            </p:cNvPr>
            <p:cNvSpPr/>
            <p:nvPr/>
          </p:nvSpPr>
          <p:spPr>
            <a:xfrm>
              <a:off x="3489442" y="1380076"/>
              <a:ext cx="66360" cy="217658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00B37EB-6BAD-B5ED-0B04-E30A75321793}"/>
                </a:ext>
              </a:extLst>
            </p:cNvPr>
            <p:cNvSpPr/>
            <p:nvPr/>
          </p:nvSpPr>
          <p:spPr>
            <a:xfrm>
              <a:off x="3552587" y="1389792"/>
              <a:ext cx="66360" cy="21705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802A3C8-019F-927D-6828-836E6A6F30B0}"/>
                </a:ext>
              </a:extLst>
            </p:cNvPr>
            <p:cNvSpPr/>
            <p:nvPr/>
          </p:nvSpPr>
          <p:spPr>
            <a:xfrm>
              <a:off x="3619434" y="1397652"/>
              <a:ext cx="66360" cy="21613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69DC5A6-14FA-5A88-1476-644E99317072}"/>
                </a:ext>
              </a:extLst>
            </p:cNvPr>
            <p:cNvSpPr/>
            <p:nvPr/>
          </p:nvSpPr>
          <p:spPr>
            <a:xfrm>
              <a:off x="3686281" y="1398974"/>
              <a:ext cx="66360" cy="21563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737BA4C-BF67-F960-232B-E6ADCD51DE3E}"/>
                </a:ext>
              </a:extLst>
            </p:cNvPr>
            <p:cNvSpPr/>
            <p:nvPr/>
          </p:nvSpPr>
          <p:spPr>
            <a:xfrm>
              <a:off x="3749426" y="1404834"/>
              <a:ext cx="66360" cy="215546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AC42099-EAC5-9F53-9B6D-069D599C58DF}"/>
                </a:ext>
              </a:extLst>
            </p:cNvPr>
            <p:cNvSpPr/>
            <p:nvPr/>
          </p:nvSpPr>
          <p:spPr>
            <a:xfrm>
              <a:off x="3811249" y="1409888"/>
              <a:ext cx="62408" cy="21504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5313DF9-9E7E-563E-CE76-BC364EA6ABA7}"/>
                </a:ext>
              </a:extLst>
            </p:cNvPr>
            <p:cNvSpPr/>
            <p:nvPr/>
          </p:nvSpPr>
          <p:spPr>
            <a:xfrm>
              <a:off x="3872822" y="1413758"/>
              <a:ext cx="60245" cy="21428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7D9A3446-1502-7372-E655-E73850AD2A3F}"/>
                </a:ext>
              </a:extLst>
            </p:cNvPr>
            <p:cNvSpPr/>
            <p:nvPr/>
          </p:nvSpPr>
          <p:spPr>
            <a:xfrm>
              <a:off x="3933554" y="1421102"/>
              <a:ext cx="60245" cy="21428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987D526-D73A-CF6F-AB0D-204D5B32830A}"/>
                </a:ext>
              </a:extLst>
            </p:cNvPr>
            <p:cNvSpPr/>
            <p:nvPr/>
          </p:nvSpPr>
          <p:spPr>
            <a:xfrm>
              <a:off x="3994286" y="1425061"/>
              <a:ext cx="60245" cy="214289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DDD8B2B-621C-9C65-0C65-431E4E11D41D}"/>
                </a:ext>
              </a:extLst>
            </p:cNvPr>
            <p:cNvSpPr/>
            <p:nvPr/>
          </p:nvSpPr>
          <p:spPr>
            <a:xfrm>
              <a:off x="4051311" y="1432405"/>
              <a:ext cx="69453" cy="212286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15D35F67-C347-B51E-B13C-9007138E76CC}"/>
                </a:ext>
              </a:extLst>
            </p:cNvPr>
            <p:cNvSpPr/>
            <p:nvPr/>
          </p:nvSpPr>
          <p:spPr>
            <a:xfrm>
              <a:off x="4141226" y="1278596"/>
              <a:ext cx="671474" cy="707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4DFF0294-2ED8-B491-2F32-AFCEF05F7218}"/>
                </a:ext>
              </a:extLst>
            </p:cNvPr>
            <p:cNvCxnSpPr>
              <a:cxnSpLocks/>
            </p:cNvCxnSpPr>
            <p:nvPr/>
          </p:nvCxnSpPr>
          <p:spPr>
            <a:xfrm>
              <a:off x="2502568" y="2524992"/>
              <a:ext cx="2728392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7FCAF1B8-D063-35EF-D362-020A147C6E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7705" y="909262"/>
              <a:ext cx="0" cy="162086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7301EB3A-7C5F-2D52-B5DE-C2AAEA10B4DA}"/>
                </a:ext>
              </a:extLst>
            </p:cNvPr>
            <p:cNvSpPr/>
            <p:nvPr/>
          </p:nvSpPr>
          <p:spPr>
            <a:xfrm>
              <a:off x="2886610" y="2532305"/>
              <a:ext cx="1303385" cy="1072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A8AAAE4-8ECA-08FD-EB7C-3F8B47D39F73}"/>
              </a:ext>
            </a:extLst>
          </p:cNvPr>
          <p:cNvGrpSpPr/>
          <p:nvPr/>
        </p:nvGrpSpPr>
        <p:grpSpPr>
          <a:xfrm>
            <a:off x="3543532" y="2605472"/>
            <a:ext cx="646464" cy="243358"/>
            <a:chOff x="3164785" y="3667874"/>
            <a:chExt cx="646464" cy="243358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C3BABD0-A65D-6751-EAB8-9E3FE7F54F64}"/>
                </a:ext>
              </a:extLst>
            </p:cNvPr>
            <p:cNvGrpSpPr/>
            <p:nvPr/>
          </p:nvGrpSpPr>
          <p:grpSpPr>
            <a:xfrm>
              <a:off x="3228924" y="3712609"/>
              <a:ext cx="518187" cy="153888"/>
              <a:chOff x="3231239" y="3757344"/>
              <a:chExt cx="518187" cy="15388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TextBox 121">
                    <a:extLst>
                      <a:ext uri="{FF2B5EF4-FFF2-40B4-BE49-F238E27FC236}">
                        <a16:creationId xmlns:a16="http://schemas.microsoft.com/office/drawing/2014/main" id="{3F925127-A50F-0A23-6D1D-809C8C22A10D}"/>
                      </a:ext>
                    </a:extLst>
                  </p:cNvPr>
                  <p:cNvSpPr txBox="1"/>
                  <p:nvPr/>
                </p:nvSpPr>
                <p:spPr>
                  <a:xfrm>
                    <a:off x="3499634" y="3757344"/>
                    <a:ext cx="249792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122" name="TextBox 121">
                    <a:extLst>
                      <a:ext uri="{FF2B5EF4-FFF2-40B4-BE49-F238E27FC236}">
                        <a16:creationId xmlns:a16="http://schemas.microsoft.com/office/drawing/2014/main" id="{3F925127-A50F-0A23-6D1D-809C8C22A1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99634" y="3757344"/>
                    <a:ext cx="249792" cy="15388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5000" r="-25000" b="-307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1BA3B9E3-97E9-495B-4EE9-18ECF1C81D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1239" y="3834288"/>
                <a:ext cx="19045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7631503-1874-9FA4-8E92-301678809641}"/>
                </a:ext>
              </a:extLst>
            </p:cNvPr>
            <p:cNvSpPr/>
            <p:nvPr/>
          </p:nvSpPr>
          <p:spPr>
            <a:xfrm>
              <a:off x="3164785" y="3667874"/>
              <a:ext cx="646464" cy="24335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0221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B9D3611-4E10-8249-26F0-46273BA45EA1}"/>
              </a:ext>
            </a:extLst>
          </p:cNvPr>
          <p:cNvSpPr/>
          <p:nvPr/>
        </p:nvSpPr>
        <p:spPr>
          <a:xfrm>
            <a:off x="1222745" y="1488558"/>
            <a:ext cx="3572540" cy="357254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0D001E-D2A4-2A4E-B056-B7501FF9CD63}"/>
              </a:ext>
            </a:extLst>
          </p:cNvPr>
          <p:cNvGrpSpPr/>
          <p:nvPr/>
        </p:nvGrpSpPr>
        <p:grpSpPr>
          <a:xfrm>
            <a:off x="7278709" y="2322165"/>
            <a:ext cx="1905327" cy="1905327"/>
            <a:chOff x="7278709" y="2377556"/>
            <a:chExt cx="1905327" cy="190532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AA8EACB-42FE-0A16-7F5E-4523DEE517EA}"/>
                </a:ext>
              </a:extLst>
            </p:cNvPr>
            <p:cNvSpPr/>
            <p:nvPr/>
          </p:nvSpPr>
          <p:spPr>
            <a:xfrm>
              <a:off x="7278709" y="2377556"/>
              <a:ext cx="1905327" cy="1905327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88F37C3-3A91-9C3F-3254-5E0C88C9E159}"/>
                </a:ext>
              </a:extLst>
            </p:cNvPr>
            <p:cNvSpPr/>
            <p:nvPr/>
          </p:nvSpPr>
          <p:spPr>
            <a:xfrm>
              <a:off x="7278709" y="2891626"/>
              <a:ext cx="1905326" cy="87718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B5CB9-174F-BB75-4ED2-3502A9ED7C00}"/>
              </a:ext>
            </a:extLst>
          </p:cNvPr>
          <p:cNvCxnSpPr>
            <a:cxnSpLocks/>
          </p:cNvCxnSpPr>
          <p:nvPr/>
        </p:nvCxnSpPr>
        <p:spPr>
          <a:xfrm flipH="1">
            <a:off x="3573838" y="3673868"/>
            <a:ext cx="5065279" cy="12912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19DE50-4C1E-BC8D-7258-7ADA05DE69D5}"/>
                  </a:ext>
                </a:extLst>
              </p:cNvPr>
              <p:cNvSpPr txBox="1"/>
              <p:nvPr/>
            </p:nvSpPr>
            <p:spPr>
              <a:xfrm>
                <a:off x="7940652" y="3859234"/>
                <a:ext cx="5814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B19DE50-4C1E-BC8D-7258-7ADA05DE6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652" y="3859234"/>
                <a:ext cx="581441" cy="276999"/>
              </a:xfrm>
              <a:prstGeom prst="rect">
                <a:avLst/>
              </a:prstGeom>
              <a:blipFill>
                <a:blip r:embed="rId2"/>
                <a:stretch>
                  <a:fillRect l="-14894" r="-12766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73147A-C037-03BC-032F-BBB8C5D7C6CC}"/>
              </a:ext>
            </a:extLst>
          </p:cNvPr>
          <p:cNvCxnSpPr>
            <a:cxnSpLocks/>
          </p:cNvCxnSpPr>
          <p:nvPr/>
        </p:nvCxnSpPr>
        <p:spPr>
          <a:xfrm>
            <a:off x="3573838" y="1584496"/>
            <a:ext cx="5065279" cy="12912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88A7106-1871-5FB6-40B7-59E65416F0C3}"/>
              </a:ext>
            </a:extLst>
          </p:cNvPr>
          <p:cNvSpPr/>
          <p:nvPr/>
        </p:nvSpPr>
        <p:spPr>
          <a:xfrm>
            <a:off x="2948849" y="3214662"/>
            <a:ext cx="120333" cy="12033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AF835A8-89E4-D07E-7F64-4DC8172D6E1C}"/>
                  </a:ext>
                </a:extLst>
              </p:cNvPr>
              <p:cNvSpPr txBox="1"/>
              <p:nvPr/>
            </p:nvSpPr>
            <p:spPr>
              <a:xfrm>
                <a:off x="2936939" y="2875789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AF835A8-89E4-D07E-7F64-4DC8172D6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6939" y="2875789"/>
                <a:ext cx="183960" cy="276999"/>
              </a:xfrm>
              <a:prstGeom prst="rect">
                <a:avLst/>
              </a:prstGeom>
              <a:blipFill>
                <a:blip r:embed="rId3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B385C3-5E12-9B53-C5CE-51994319059C}"/>
                  </a:ext>
                </a:extLst>
              </p:cNvPr>
              <p:cNvSpPr txBox="1"/>
              <p:nvPr/>
            </p:nvSpPr>
            <p:spPr>
              <a:xfrm>
                <a:off x="8146480" y="2879988"/>
                <a:ext cx="1839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B385C3-5E12-9B53-C5CE-519943190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480" y="2879988"/>
                <a:ext cx="183960" cy="276999"/>
              </a:xfrm>
              <a:prstGeom prst="rect">
                <a:avLst/>
              </a:prstGeom>
              <a:blipFill>
                <a:blip r:embed="rId4"/>
                <a:stretch>
                  <a:fillRect l="-31250" r="-25000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2C419CB5-A07B-D00E-5798-74337D36EE0E}"/>
              </a:ext>
            </a:extLst>
          </p:cNvPr>
          <p:cNvSpPr/>
          <p:nvPr/>
        </p:nvSpPr>
        <p:spPr>
          <a:xfrm>
            <a:off x="8171206" y="3214662"/>
            <a:ext cx="120333" cy="12033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D935B8-F47A-E962-9420-A0B1B611D853}"/>
                  </a:ext>
                </a:extLst>
              </p:cNvPr>
              <p:cNvSpPr txBox="1"/>
              <p:nvPr/>
            </p:nvSpPr>
            <p:spPr>
              <a:xfrm>
                <a:off x="2881159" y="4476224"/>
                <a:ext cx="2557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D935B8-F47A-E962-9420-A0B1B611D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159" y="4476224"/>
                <a:ext cx="255711" cy="276999"/>
              </a:xfrm>
              <a:prstGeom prst="rect">
                <a:avLst/>
              </a:prstGeom>
              <a:blipFill>
                <a:blip r:embed="rId5"/>
                <a:stretch>
                  <a:fillRect l="-23810" r="-1428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015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E98F4A5-EDAE-98B3-7E82-0E2187C238E1}"/>
              </a:ext>
            </a:extLst>
          </p:cNvPr>
          <p:cNvCxnSpPr>
            <a:cxnSpLocks/>
          </p:cNvCxnSpPr>
          <p:nvPr/>
        </p:nvCxnSpPr>
        <p:spPr>
          <a:xfrm flipV="1">
            <a:off x="3645029" y="1961231"/>
            <a:ext cx="610621" cy="146423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B5CB9-174F-BB75-4ED2-3502A9ED7C00}"/>
              </a:ext>
            </a:extLst>
          </p:cNvPr>
          <p:cNvCxnSpPr>
            <a:cxnSpLocks/>
          </p:cNvCxnSpPr>
          <p:nvPr/>
        </p:nvCxnSpPr>
        <p:spPr>
          <a:xfrm rot="-300000" flipH="1">
            <a:off x="3563360" y="3674821"/>
            <a:ext cx="5065279" cy="12912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73147A-C037-03BC-032F-BBB8C5D7C6CC}"/>
              </a:ext>
            </a:extLst>
          </p:cNvPr>
          <p:cNvCxnSpPr>
            <a:cxnSpLocks/>
          </p:cNvCxnSpPr>
          <p:nvPr/>
        </p:nvCxnSpPr>
        <p:spPr>
          <a:xfrm rot="300000">
            <a:off x="3563361" y="1953722"/>
            <a:ext cx="5065279" cy="12912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AE00742-DF98-E21F-09A2-B9C8C078EE3E}"/>
              </a:ext>
            </a:extLst>
          </p:cNvPr>
          <p:cNvCxnSpPr>
            <a:cxnSpLocks/>
          </p:cNvCxnSpPr>
          <p:nvPr/>
        </p:nvCxnSpPr>
        <p:spPr>
          <a:xfrm>
            <a:off x="4261158" y="1967536"/>
            <a:ext cx="1086505" cy="260918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B07951-97E0-7410-A32D-69E7BA5FAC5F}"/>
              </a:ext>
            </a:extLst>
          </p:cNvPr>
          <p:cNvCxnSpPr>
            <a:cxnSpLocks/>
          </p:cNvCxnSpPr>
          <p:nvPr/>
        </p:nvCxnSpPr>
        <p:spPr>
          <a:xfrm flipV="1">
            <a:off x="5347663" y="2625995"/>
            <a:ext cx="813501" cy="1950723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C2E7E9-98E0-AF35-7BCD-C1A9BDE886E4}"/>
              </a:ext>
            </a:extLst>
          </p:cNvPr>
          <p:cNvCxnSpPr>
            <a:cxnSpLocks/>
          </p:cNvCxnSpPr>
          <p:nvPr/>
        </p:nvCxnSpPr>
        <p:spPr>
          <a:xfrm>
            <a:off x="6167631" y="2622100"/>
            <a:ext cx="607141" cy="145801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2077C2-ADCB-23A6-93C3-D4BF9A003CD3}"/>
              </a:ext>
            </a:extLst>
          </p:cNvPr>
          <p:cNvCxnSpPr>
            <a:cxnSpLocks/>
          </p:cNvCxnSpPr>
          <p:nvPr/>
        </p:nvCxnSpPr>
        <p:spPr>
          <a:xfrm flipV="1">
            <a:off x="6781239" y="2989142"/>
            <a:ext cx="454964" cy="1090974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6D0BC5-77E9-C78D-DB02-ADD240EA59B9}"/>
              </a:ext>
            </a:extLst>
          </p:cNvPr>
          <p:cNvCxnSpPr>
            <a:cxnSpLocks/>
          </p:cNvCxnSpPr>
          <p:nvPr/>
        </p:nvCxnSpPr>
        <p:spPr>
          <a:xfrm>
            <a:off x="7224531" y="2997859"/>
            <a:ext cx="336129" cy="80719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8E82BF-97AB-6A01-837C-D6DB83C3AEC2}"/>
                  </a:ext>
                </a:extLst>
              </p:cNvPr>
              <p:cNvSpPr txBox="1"/>
              <p:nvPr/>
            </p:nvSpPr>
            <p:spPr>
              <a:xfrm rot="1200000">
                <a:off x="5392097" y="2147703"/>
                <a:ext cx="7212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8E82BF-97AB-6A01-837C-D6DB83C3A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00000">
                <a:off x="5392097" y="2147703"/>
                <a:ext cx="721287" cy="276999"/>
              </a:xfrm>
              <a:prstGeom prst="rect">
                <a:avLst/>
              </a:prstGeom>
              <a:blipFill>
                <a:blip r:embed="rId2"/>
                <a:stretch>
                  <a:fillRect l="-322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CEA608-79B0-E95F-D505-B0DA25A22AED}"/>
                  </a:ext>
                </a:extLst>
              </p:cNvPr>
              <p:cNvSpPr txBox="1"/>
              <p:nvPr/>
            </p:nvSpPr>
            <p:spPr>
              <a:xfrm rot="-1200000">
                <a:off x="5008306" y="4516060"/>
                <a:ext cx="14888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greedy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CEA608-79B0-E95F-D505-B0DA25A22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-1200000">
                <a:off x="5008306" y="4516060"/>
                <a:ext cx="148886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A6A6406-7BE1-D496-D2EA-376E6E11D76E}"/>
                  </a:ext>
                </a:extLst>
              </p:cNvPr>
              <p:cNvSpPr txBox="1"/>
              <p:nvPr/>
            </p:nvSpPr>
            <p:spPr>
              <a:xfrm>
                <a:off x="3427433" y="3413842"/>
                <a:ext cx="4124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A6A6406-7BE1-D496-D2EA-376E6E11D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433" y="3413842"/>
                <a:ext cx="412421" cy="276999"/>
              </a:xfrm>
              <a:prstGeom prst="rect">
                <a:avLst/>
              </a:prstGeom>
              <a:blipFill>
                <a:blip r:embed="rId4"/>
                <a:stretch>
                  <a:fillRect l="-5882" r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92CAE3-986D-FFF3-4D54-960545E25128}"/>
                  </a:ext>
                </a:extLst>
              </p:cNvPr>
              <p:cNvSpPr txBox="1"/>
              <p:nvPr/>
            </p:nvSpPr>
            <p:spPr>
              <a:xfrm>
                <a:off x="8612295" y="3300068"/>
                <a:ext cx="5698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92CAE3-986D-FFF3-4D54-960545E25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295" y="3300068"/>
                <a:ext cx="569835" cy="276999"/>
              </a:xfrm>
              <a:prstGeom prst="rect">
                <a:avLst/>
              </a:prstGeom>
              <a:blipFill>
                <a:blip r:embed="rId5"/>
                <a:stretch>
                  <a:fillRect l="-6667" r="-222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2383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Curved Connector 75">
            <a:extLst>
              <a:ext uri="{FF2B5EF4-FFF2-40B4-BE49-F238E27FC236}">
                <a16:creationId xmlns:a16="http://schemas.microsoft.com/office/drawing/2014/main" id="{65B6C4D4-8A52-29E7-BDE7-B22DD9897FDA}"/>
              </a:ext>
            </a:extLst>
          </p:cNvPr>
          <p:cNvCxnSpPr>
            <a:cxnSpLocks/>
          </p:cNvCxnSpPr>
          <p:nvPr/>
        </p:nvCxnSpPr>
        <p:spPr>
          <a:xfrm rot="2820000" flipH="1">
            <a:off x="6121920" y="4515516"/>
            <a:ext cx="95317" cy="441350"/>
          </a:xfrm>
          <a:prstGeom prst="curvedConnector4">
            <a:avLst>
              <a:gd name="adj1" fmla="val -423442"/>
              <a:gd name="adj2" fmla="val 117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4268CB4-5999-4292-2D29-6D107225B99A}"/>
              </a:ext>
            </a:extLst>
          </p:cNvPr>
          <p:cNvGrpSpPr/>
          <p:nvPr/>
        </p:nvGrpSpPr>
        <p:grpSpPr>
          <a:xfrm>
            <a:off x="5705784" y="3987139"/>
            <a:ext cx="674744" cy="684494"/>
            <a:chOff x="5758627" y="4169953"/>
            <a:chExt cx="674744" cy="684494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D590C3E-97DD-573F-694E-C4938D4C12FC}"/>
                </a:ext>
              </a:extLst>
            </p:cNvPr>
            <p:cNvSpPr/>
            <p:nvPr/>
          </p:nvSpPr>
          <p:spPr>
            <a:xfrm>
              <a:off x="5758627" y="4169953"/>
              <a:ext cx="674744" cy="6844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5569732-E9D5-F28B-1D53-AB10276BE199}"/>
                    </a:ext>
                  </a:extLst>
                </p:cNvPr>
                <p:cNvSpPr txBox="1"/>
                <p:nvPr/>
              </p:nvSpPr>
              <p:spPr>
                <a:xfrm>
                  <a:off x="5781280" y="4419867"/>
                  <a:ext cx="618805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5569732-E9D5-F28B-1D53-AB10276BE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1280" y="4419867"/>
                  <a:ext cx="618805" cy="184666"/>
                </a:xfrm>
                <a:prstGeom prst="rect">
                  <a:avLst/>
                </a:prstGeom>
                <a:blipFill>
                  <a:blip r:embed="rId2"/>
                  <a:stretch>
                    <a:fillRect l="-6122" r="-2041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7916A46-D8C1-69EA-06AB-CF67FD877E8F}"/>
              </a:ext>
            </a:extLst>
          </p:cNvPr>
          <p:cNvGrpSpPr/>
          <p:nvPr/>
        </p:nvGrpSpPr>
        <p:grpSpPr>
          <a:xfrm>
            <a:off x="3634595" y="1392965"/>
            <a:ext cx="674744" cy="684494"/>
            <a:chOff x="4001409" y="2166382"/>
            <a:chExt cx="674744" cy="68449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6A40A82-C7F6-FC97-E12B-42748639B10A}"/>
                </a:ext>
              </a:extLst>
            </p:cNvPr>
            <p:cNvSpPr/>
            <p:nvPr/>
          </p:nvSpPr>
          <p:spPr>
            <a:xfrm>
              <a:off x="4001409" y="2166382"/>
              <a:ext cx="674744" cy="6844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B7F703E-ED18-C8BB-1DC9-282D039D25EF}"/>
                    </a:ext>
                  </a:extLst>
                </p:cNvPr>
                <p:cNvSpPr txBox="1"/>
                <p:nvPr/>
              </p:nvSpPr>
              <p:spPr>
                <a:xfrm>
                  <a:off x="4029379" y="2416296"/>
                  <a:ext cx="618805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B7F703E-ED18-C8BB-1DC9-282D039D2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379" y="2416296"/>
                  <a:ext cx="618805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4082" r="-2041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2843F35-26DA-2F4A-C595-93DF1989ED80}"/>
              </a:ext>
            </a:extLst>
          </p:cNvPr>
          <p:cNvGrpSpPr/>
          <p:nvPr/>
        </p:nvGrpSpPr>
        <p:grpSpPr>
          <a:xfrm>
            <a:off x="4672980" y="1392965"/>
            <a:ext cx="674744" cy="684494"/>
            <a:chOff x="5443908" y="2258715"/>
            <a:chExt cx="674744" cy="68449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B5FD0E8-0D74-4228-EB18-DC3FD6654889}"/>
                </a:ext>
              </a:extLst>
            </p:cNvPr>
            <p:cNvSpPr/>
            <p:nvPr/>
          </p:nvSpPr>
          <p:spPr>
            <a:xfrm>
              <a:off x="5443908" y="2258715"/>
              <a:ext cx="674744" cy="6844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423D500-223D-B01D-6BB6-BA3F9F6C7C4C}"/>
                    </a:ext>
                  </a:extLst>
                </p:cNvPr>
                <p:cNvSpPr txBox="1"/>
                <p:nvPr/>
              </p:nvSpPr>
              <p:spPr>
                <a:xfrm>
                  <a:off x="5471878" y="2508629"/>
                  <a:ext cx="618805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423D500-223D-B01D-6BB6-BA3F9F6C7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1878" y="2508629"/>
                  <a:ext cx="618805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6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0563E0-5008-553F-4CBA-52FAAB84CE1E}"/>
              </a:ext>
            </a:extLst>
          </p:cNvPr>
          <p:cNvGrpSpPr/>
          <p:nvPr/>
        </p:nvGrpSpPr>
        <p:grpSpPr>
          <a:xfrm>
            <a:off x="5711365" y="1392965"/>
            <a:ext cx="674744" cy="684494"/>
            <a:chOff x="5443908" y="2258715"/>
            <a:chExt cx="674744" cy="68449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CBDBEFA-B3A0-37BB-1D19-3A4F162F6BD8}"/>
                </a:ext>
              </a:extLst>
            </p:cNvPr>
            <p:cNvSpPr/>
            <p:nvPr/>
          </p:nvSpPr>
          <p:spPr>
            <a:xfrm>
              <a:off x="5443908" y="2258715"/>
              <a:ext cx="674744" cy="6844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5FA6A78-96F0-41D5-6784-54274544273F}"/>
                    </a:ext>
                  </a:extLst>
                </p:cNvPr>
                <p:cNvSpPr txBox="1"/>
                <p:nvPr/>
              </p:nvSpPr>
              <p:spPr>
                <a:xfrm>
                  <a:off x="5471878" y="2508629"/>
                  <a:ext cx="618805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5FA6A78-96F0-41D5-6784-542745442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1878" y="2508629"/>
                  <a:ext cx="618805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4000" r="-2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9E3071-89F0-858C-E02D-92B633238D20}"/>
              </a:ext>
            </a:extLst>
          </p:cNvPr>
          <p:cNvGrpSpPr/>
          <p:nvPr/>
        </p:nvGrpSpPr>
        <p:grpSpPr>
          <a:xfrm>
            <a:off x="6749750" y="1392965"/>
            <a:ext cx="674744" cy="684494"/>
            <a:chOff x="5443908" y="2258715"/>
            <a:chExt cx="674744" cy="68449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931F2AA-31CF-C312-4445-382F00405868}"/>
                </a:ext>
              </a:extLst>
            </p:cNvPr>
            <p:cNvSpPr/>
            <p:nvPr/>
          </p:nvSpPr>
          <p:spPr>
            <a:xfrm>
              <a:off x="5443908" y="2258715"/>
              <a:ext cx="674744" cy="6844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058DE82-209D-901E-7C92-57A80F761762}"/>
                    </a:ext>
                  </a:extLst>
                </p:cNvPr>
                <p:cNvSpPr txBox="1"/>
                <p:nvPr/>
              </p:nvSpPr>
              <p:spPr>
                <a:xfrm>
                  <a:off x="5471878" y="2508629"/>
                  <a:ext cx="618805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058DE82-209D-901E-7C92-57A80F7617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1878" y="2508629"/>
                  <a:ext cx="618805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4000" r="-2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05E445F-0BF1-2DD2-51BF-02FE0A5ECB7F}"/>
              </a:ext>
            </a:extLst>
          </p:cNvPr>
          <p:cNvGrpSpPr/>
          <p:nvPr/>
        </p:nvGrpSpPr>
        <p:grpSpPr>
          <a:xfrm>
            <a:off x="7788135" y="1392965"/>
            <a:ext cx="674744" cy="684494"/>
            <a:chOff x="5443908" y="2258715"/>
            <a:chExt cx="674744" cy="68449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23882AA-12F0-BFAE-FF95-B663D415CB74}"/>
                </a:ext>
              </a:extLst>
            </p:cNvPr>
            <p:cNvSpPr/>
            <p:nvPr/>
          </p:nvSpPr>
          <p:spPr>
            <a:xfrm>
              <a:off x="5443908" y="2258715"/>
              <a:ext cx="674744" cy="6844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BB643F5-B006-E8B0-58E1-26F495B3CF54}"/>
                    </a:ext>
                  </a:extLst>
                </p:cNvPr>
                <p:cNvSpPr txBox="1"/>
                <p:nvPr/>
              </p:nvSpPr>
              <p:spPr>
                <a:xfrm>
                  <a:off x="5471878" y="2508629"/>
                  <a:ext cx="618805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BB643F5-B006-E8B0-58E1-26F495B3C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1878" y="2508629"/>
                  <a:ext cx="618805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6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2A26D44A-FD1B-6C49-57FC-5C8C283D68D2}"/>
              </a:ext>
            </a:extLst>
          </p:cNvPr>
          <p:cNvCxnSpPr>
            <a:cxnSpLocks/>
          </p:cNvCxnSpPr>
          <p:nvPr/>
        </p:nvCxnSpPr>
        <p:spPr>
          <a:xfrm rot="-5760000" flipH="1" flipV="1">
            <a:off x="5849145" y="2666609"/>
            <a:ext cx="1857148" cy="847043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urved Connector 100">
            <a:extLst>
              <a:ext uri="{FF2B5EF4-FFF2-40B4-BE49-F238E27FC236}">
                <a16:creationId xmlns:a16="http://schemas.microsoft.com/office/drawing/2014/main" id="{9830B238-1704-4850-BAC8-07B572B8C151}"/>
              </a:ext>
            </a:extLst>
          </p:cNvPr>
          <p:cNvCxnSpPr>
            <a:cxnSpLocks/>
          </p:cNvCxnSpPr>
          <p:nvPr/>
        </p:nvCxnSpPr>
        <p:spPr>
          <a:xfrm rot="5220000">
            <a:off x="6270412" y="2425232"/>
            <a:ext cx="2174510" cy="1652286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urved Connector 104">
            <a:extLst>
              <a:ext uri="{FF2B5EF4-FFF2-40B4-BE49-F238E27FC236}">
                <a16:creationId xmlns:a16="http://schemas.microsoft.com/office/drawing/2014/main" id="{7341F40C-795E-5F3B-D4D5-F1DD9B49137F}"/>
              </a:ext>
            </a:extLst>
          </p:cNvPr>
          <p:cNvCxnSpPr>
            <a:cxnSpLocks/>
          </p:cNvCxnSpPr>
          <p:nvPr/>
        </p:nvCxnSpPr>
        <p:spPr>
          <a:xfrm rot="5760000" flipV="1">
            <a:off x="4419150" y="2666609"/>
            <a:ext cx="1857148" cy="847043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urved Connector 105">
            <a:extLst>
              <a:ext uri="{FF2B5EF4-FFF2-40B4-BE49-F238E27FC236}">
                <a16:creationId xmlns:a16="http://schemas.microsoft.com/office/drawing/2014/main" id="{EA1E0C92-5A94-2784-D00F-9C4ABED5E2C5}"/>
              </a:ext>
            </a:extLst>
          </p:cNvPr>
          <p:cNvCxnSpPr>
            <a:cxnSpLocks/>
          </p:cNvCxnSpPr>
          <p:nvPr/>
        </p:nvCxnSpPr>
        <p:spPr>
          <a:xfrm rot="16380000" flipH="1">
            <a:off x="3680520" y="2425232"/>
            <a:ext cx="2174510" cy="1652286"/>
          </a:xfrm>
          <a:prstGeom prst="curved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1495C43-51D4-5097-ABA5-FD7EE1687F2D}"/>
              </a:ext>
            </a:extLst>
          </p:cNvPr>
          <p:cNvCxnSpPr>
            <a:cxnSpLocks/>
          </p:cNvCxnSpPr>
          <p:nvPr/>
        </p:nvCxnSpPr>
        <p:spPr>
          <a:xfrm>
            <a:off x="6048737" y="2122373"/>
            <a:ext cx="0" cy="17197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965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9708320-2896-EBC3-BF8C-56C727B77083}"/>
              </a:ext>
            </a:extLst>
          </p:cNvPr>
          <p:cNvGrpSpPr/>
          <p:nvPr/>
        </p:nvGrpSpPr>
        <p:grpSpPr>
          <a:xfrm>
            <a:off x="3309841" y="2839656"/>
            <a:ext cx="4360212" cy="1702667"/>
            <a:chOff x="5741069" y="709642"/>
            <a:chExt cx="4360212" cy="170266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73D9D4E-4113-42DC-6330-7B15EED083D0}"/>
                </a:ext>
              </a:extLst>
            </p:cNvPr>
            <p:cNvSpPr/>
            <p:nvPr/>
          </p:nvSpPr>
          <p:spPr>
            <a:xfrm>
              <a:off x="6613974" y="871232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849B5B1-9DDB-63FD-9571-CB040679D6B3}"/>
                </a:ext>
              </a:extLst>
            </p:cNvPr>
            <p:cNvSpPr/>
            <p:nvPr/>
          </p:nvSpPr>
          <p:spPr>
            <a:xfrm>
              <a:off x="8704667" y="1583687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7FAB08C6-1DE2-C7C4-0DBB-AF4E6F0457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37895" y="1791573"/>
              <a:ext cx="65983" cy="301171"/>
            </a:xfrm>
            <a:prstGeom prst="curvedConnector4">
              <a:avLst>
                <a:gd name="adj1" fmla="val -423442"/>
                <a:gd name="adj2" fmla="val 11768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E182AA10-3494-E631-D217-307073B95F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0102" y="861219"/>
              <a:ext cx="65983" cy="301171"/>
            </a:xfrm>
            <a:prstGeom prst="curvedConnector4">
              <a:avLst>
                <a:gd name="adj1" fmla="val -423442"/>
                <a:gd name="adj2" fmla="val 11768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2E04794-E658-B131-6D6F-DBF235F2A8A4}"/>
                    </a:ext>
                  </a:extLst>
                </p:cNvPr>
                <p:cNvSpPr txBox="1"/>
                <p:nvPr/>
              </p:nvSpPr>
              <p:spPr>
                <a:xfrm>
                  <a:off x="6676215" y="954256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2E04794-E658-B131-6D6F-DBF235F2A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6215" y="954256"/>
                  <a:ext cx="345598" cy="246221"/>
                </a:xfrm>
                <a:prstGeom prst="rect">
                  <a:avLst/>
                </a:prstGeom>
                <a:blipFill>
                  <a:blip r:embed="rId2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4F1087D-AE99-69E9-374D-AFADDE57D0E9}"/>
                    </a:ext>
                  </a:extLst>
                </p:cNvPr>
                <p:cNvSpPr txBox="1"/>
                <p:nvPr/>
              </p:nvSpPr>
              <p:spPr>
                <a:xfrm>
                  <a:off x="8766908" y="1668462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4F1087D-AE99-69E9-374D-AFADDE57D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908" y="1668462"/>
                  <a:ext cx="345598" cy="246221"/>
                </a:xfrm>
                <a:prstGeom prst="rect">
                  <a:avLst/>
                </a:prstGeom>
                <a:blipFill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A3E7ED7-7FD7-8670-6DF8-F00CF126A643}"/>
                </a:ext>
              </a:extLst>
            </p:cNvPr>
            <p:cNvGrpSpPr/>
            <p:nvPr/>
          </p:nvGrpSpPr>
          <p:grpSpPr>
            <a:xfrm>
              <a:off x="7257675" y="846824"/>
              <a:ext cx="573098" cy="576953"/>
              <a:chOff x="3987585" y="2593433"/>
              <a:chExt cx="573098" cy="576953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A586FC8-4F9A-2C57-CDE0-27461F59D5BE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1-p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EBF0BFE1-5E03-61BC-24A7-6116FC85D781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1000" dirty="0"/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0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EBF0BFE1-5E03-61BC-24A7-6116FC85D7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BF9DCE8-7216-F5FA-8447-63C59ACA930A}"/>
                </a:ext>
              </a:extLst>
            </p:cNvPr>
            <p:cNvGrpSpPr/>
            <p:nvPr/>
          </p:nvGrpSpPr>
          <p:grpSpPr>
            <a:xfrm>
              <a:off x="9528183" y="1835356"/>
              <a:ext cx="573098" cy="576953"/>
              <a:chOff x="3987585" y="2593433"/>
              <a:chExt cx="573098" cy="576953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BE4482-CC5F-161F-0640-B0CC7F0D20C8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0159750B-4D31-9E65-9A23-9DE6B2B6E831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n-US" sz="1000" b="0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0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0159750B-4D31-9E65-9A23-9DE6B2B6E8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B894BB6-6B48-68EB-858E-8DB8BF13AF74}"/>
                </a:ext>
              </a:extLst>
            </p:cNvPr>
            <p:cNvGrpSpPr/>
            <p:nvPr/>
          </p:nvGrpSpPr>
          <p:grpSpPr>
            <a:xfrm>
              <a:off x="5741069" y="728681"/>
              <a:ext cx="573098" cy="576953"/>
              <a:chOff x="3987585" y="2593433"/>
              <a:chExt cx="573098" cy="576953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4E7F9A5-7FAB-1976-196D-25F47F1841EE}"/>
                  </a:ext>
                </a:extLst>
              </p:cNvPr>
              <p:cNvSpPr txBox="1"/>
              <p:nvPr/>
            </p:nvSpPr>
            <p:spPr>
              <a:xfrm>
                <a:off x="4101335" y="2593433"/>
                <a:ext cx="34559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94DA849A-1523-6C7F-7E5D-90BDE3BE12DF}"/>
                      </a:ext>
                    </a:extLst>
                  </p:cNvPr>
                  <p:cNvSpPr txBox="1"/>
                  <p:nvPr/>
                </p:nvSpPr>
                <p:spPr>
                  <a:xfrm>
                    <a:off x="3987585" y="2862609"/>
                    <a:ext cx="573098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en-US" sz="1000" b="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94DA849A-1523-6C7F-7E5D-90BDE3BE12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7585" y="2862609"/>
                    <a:ext cx="573098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0" name="Curved Connector 29">
              <a:extLst>
                <a:ext uri="{FF2B5EF4-FFF2-40B4-BE49-F238E27FC236}">
                  <a16:creationId xmlns:a16="http://schemas.microsoft.com/office/drawing/2014/main" id="{FB44BD48-172A-A2B2-F7DA-A853FC473975}"/>
                </a:ext>
              </a:extLst>
            </p:cNvPr>
            <p:cNvCxnSpPr>
              <a:cxnSpLocks/>
            </p:cNvCxnSpPr>
            <p:nvPr/>
          </p:nvCxnSpPr>
          <p:spPr>
            <a:xfrm rot="10500000" flipH="1" flipV="1">
              <a:off x="7067074" y="709642"/>
              <a:ext cx="1857148" cy="847043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0568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989820F-B1DF-3A04-5468-0AE6E1119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602" y="525537"/>
            <a:ext cx="6878696" cy="51627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75990C-26D9-BEF6-4DD1-D2332C89F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70657" y="527401"/>
            <a:ext cx="6878696" cy="516275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A952BE5-D843-33BE-00D3-94A469763039}"/>
              </a:ext>
            </a:extLst>
          </p:cNvPr>
          <p:cNvCxnSpPr>
            <a:cxnSpLocks/>
          </p:cNvCxnSpPr>
          <p:nvPr/>
        </p:nvCxnSpPr>
        <p:spPr>
          <a:xfrm>
            <a:off x="6096000" y="1644280"/>
            <a:ext cx="0" cy="3467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998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A89CB652-B018-1418-EDE6-EA7C8BD2F39E}"/>
              </a:ext>
            </a:extLst>
          </p:cNvPr>
          <p:cNvGrpSpPr/>
          <p:nvPr/>
        </p:nvGrpSpPr>
        <p:grpSpPr>
          <a:xfrm>
            <a:off x="395244" y="1180615"/>
            <a:ext cx="671332" cy="3692324"/>
            <a:chOff x="1608881" y="1180618"/>
            <a:chExt cx="671332" cy="36923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7BBFC1D-FC01-841F-CC97-926B7A244E48}"/>
                </a:ext>
              </a:extLst>
            </p:cNvPr>
            <p:cNvSpPr/>
            <p:nvPr/>
          </p:nvSpPr>
          <p:spPr>
            <a:xfrm>
              <a:off x="1608881" y="1180618"/>
              <a:ext cx="671332" cy="36923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3C4FEE6-4A8A-7F5A-32E9-AF62F36EE894}"/>
                    </a:ext>
                  </a:extLst>
                </p:cNvPr>
                <p:cNvSpPr txBox="1"/>
                <p:nvPr/>
              </p:nvSpPr>
              <p:spPr>
                <a:xfrm>
                  <a:off x="1784090" y="2888281"/>
                  <a:ext cx="32091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3C4FEE6-4A8A-7F5A-32E9-AF62F36EE8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4090" y="2888281"/>
                  <a:ext cx="320914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34D8777-418B-C6E7-22C0-48B50A8558C5}"/>
              </a:ext>
            </a:extLst>
          </p:cNvPr>
          <p:cNvGrpSpPr/>
          <p:nvPr/>
        </p:nvGrpSpPr>
        <p:grpSpPr>
          <a:xfrm>
            <a:off x="4010909" y="2242867"/>
            <a:ext cx="676163" cy="1567821"/>
            <a:chOff x="4895293" y="2277556"/>
            <a:chExt cx="676163" cy="156782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73CE994-99C0-8BA7-6EB5-7807E564D9F6}"/>
                </a:ext>
              </a:extLst>
            </p:cNvPr>
            <p:cNvGrpSpPr/>
            <p:nvPr/>
          </p:nvGrpSpPr>
          <p:grpSpPr>
            <a:xfrm>
              <a:off x="4895293" y="2277556"/>
              <a:ext cx="671332" cy="663929"/>
              <a:chOff x="4895293" y="2277556"/>
              <a:chExt cx="671332" cy="663929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7BD44DD-E6DC-1627-5E6A-06881A04A7FD}"/>
                  </a:ext>
                </a:extLst>
              </p:cNvPr>
              <p:cNvSpPr/>
              <p:nvPr/>
            </p:nvSpPr>
            <p:spPr>
              <a:xfrm>
                <a:off x="4895293" y="2277556"/>
                <a:ext cx="671332" cy="66392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CEA922D-8B8D-6E37-4DA1-9BDBA295667B}"/>
                      </a:ext>
                    </a:extLst>
                  </p:cNvPr>
                  <p:cNvSpPr txBox="1"/>
                  <p:nvPr/>
                </p:nvSpPr>
                <p:spPr>
                  <a:xfrm>
                    <a:off x="5070502" y="2471021"/>
                    <a:ext cx="32091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9EF8093A-3DA7-8111-CB07-40601CB816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0502" y="2471021"/>
                    <a:ext cx="320914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22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4DED5F4-8B99-69CD-EFDE-D25C4F15859D}"/>
                </a:ext>
              </a:extLst>
            </p:cNvPr>
            <p:cNvGrpSpPr/>
            <p:nvPr/>
          </p:nvGrpSpPr>
          <p:grpSpPr>
            <a:xfrm>
              <a:off x="4900124" y="3181448"/>
              <a:ext cx="671332" cy="663929"/>
              <a:chOff x="4900124" y="3181448"/>
              <a:chExt cx="671332" cy="66392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E2B6870-3780-84F9-46B1-0DF1EE4E75FF}"/>
                  </a:ext>
                </a:extLst>
              </p:cNvPr>
              <p:cNvSpPr/>
              <p:nvPr/>
            </p:nvSpPr>
            <p:spPr>
              <a:xfrm>
                <a:off x="4900124" y="3181448"/>
                <a:ext cx="671332" cy="66392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7FDFA80E-87D8-1DC8-1653-58C9379C0ED4}"/>
                      </a:ext>
                    </a:extLst>
                  </p:cNvPr>
                  <p:cNvSpPr txBox="1"/>
                  <p:nvPr/>
                </p:nvSpPr>
                <p:spPr>
                  <a:xfrm>
                    <a:off x="5075333" y="3374913"/>
                    <a:ext cx="32091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E4A50CE-CC0E-10CF-2AEE-389524F645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5333" y="3374913"/>
                    <a:ext cx="320914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9CFB323-49CF-3BB6-E6ED-520C6AA76ED9}"/>
              </a:ext>
            </a:extLst>
          </p:cNvPr>
          <p:cNvGrpSpPr/>
          <p:nvPr/>
        </p:nvGrpSpPr>
        <p:grpSpPr>
          <a:xfrm>
            <a:off x="4010909" y="2242867"/>
            <a:ext cx="676163" cy="1567821"/>
            <a:chOff x="4895293" y="2277556"/>
            <a:chExt cx="676163" cy="1567821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1E341CD-773D-937C-BFEF-64C3DE193232}"/>
                </a:ext>
              </a:extLst>
            </p:cNvPr>
            <p:cNvGrpSpPr/>
            <p:nvPr/>
          </p:nvGrpSpPr>
          <p:grpSpPr>
            <a:xfrm>
              <a:off x="4895293" y="2277556"/>
              <a:ext cx="671332" cy="663929"/>
              <a:chOff x="4895293" y="2277556"/>
              <a:chExt cx="671332" cy="663929"/>
            </a:xfrm>
            <a:grpFill/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1C8ED93-176D-7DDE-1B23-6736E39C4C6A}"/>
                  </a:ext>
                </a:extLst>
              </p:cNvPr>
              <p:cNvSpPr/>
              <p:nvPr/>
            </p:nvSpPr>
            <p:spPr>
              <a:xfrm>
                <a:off x="4895293" y="2277556"/>
                <a:ext cx="671332" cy="663929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B0F57A57-68E3-DBE0-981D-FC5F75C5509B}"/>
                      </a:ext>
                    </a:extLst>
                  </p:cNvPr>
                  <p:cNvSpPr txBox="1"/>
                  <p:nvPr/>
                </p:nvSpPr>
                <p:spPr>
                  <a:xfrm>
                    <a:off x="5070502" y="2471021"/>
                    <a:ext cx="320914" cy="276999"/>
                  </a:xfrm>
                  <a:prstGeom prst="rect">
                    <a:avLst/>
                  </a:prstGeom>
                  <a:grp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B0F57A57-68E3-DBE0-981D-FC5F75C550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0502" y="2471021"/>
                    <a:ext cx="320914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22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039CA95-39A1-84F0-9F68-FC9B415F1892}"/>
                </a:ext>
              </a:extLst>
            </p:cNvPr>
            <p:cNvGrpSpPr/>
            <p:nvPr/>
          </p:nvGrpSpPr>
          <p:grpSpPr>
            <a:xfrm>
              <a:off x="4900124" y="3181448"/>
              <a:ext cx="671332" cy="663929"/>
              <a:chOff x="4900124" y="3181448"/>
              <a:chExt cx="671332" cy="663929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EC5A7F9-D2A9-30D6-3B5C-BA9016D822A0}"/>
                  </a:ext>
                </a:extLst>
              </p:cNvPr>
              <p:cNvSpPr/>
              <p:nvPr/>
            </p:nvSpPr>
            <p:spPr>
              <a:xfrm>
                <a:off x="4900124" y="3181448"/>
                <a:ext cx="671332" cy="663929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1932A7E1-B674-78E3-3F6F-842E4B7202B2}"/>
                      </a:ext>
                    </a:extLst>
                  </p:cNvPr>
                  <p:cNvSpPr txBox="1"/>
                  <p:nvPr/>
                </p:nvSpPr>
                <p:spPr>
                  <a:xfrm>
                    <a:off x="5075333" y="3374913"/>
                    <a:ext cx="320914" cy="276999"/>
                  </a:xfrm>
                  <a:prstGeom prst="rect">
                    <a:avLst/>
                  </a:prstGeom>
                  <a:grp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1932A7E1-B674-78E3-3F6F-842E4B7202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5333" y="3374913"/>
                    <a:ext cx="32091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576E9CF-B464-9B53-F4F8-320B470E21AC}"/>
              </a:ext>
            </a:extLst>
          </p:cNvPr>
          <p:cNvGrpSpPr/>
          <p:nvPr/>
        </p:nvGrpSpPr>
        <p:grpSpPr>
          <a:xfrm>
            <a:off x="6515564" y="2386455"/>
            <a:ext cx="671332" cy="1280644"/>
            <a:chOff x="5935883" y="2348695"/>
            <a:chExt cx="671332" cy="135616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0B97EA2-9062-5E20-D3B7-2E9AAE17C1F1}"/>
                </a:ext>
              </a:extLst>
            </p:cNvPr>
            <p:cNvSpPr/>
            <p:nvPr/>
          </p:nvSpPr>
          <p:spPr>
            <a:xfrm>
              <a:off x="5935883" y="2348695"/>
              <a:ext cx="671332" cy="1356168"/>
            </a:xfrm>
            <a:prstGeom prst="rect">
              <a:avLst/>
            </a:prstGeom>
            <a:solidFill>
              <a:srgbClr val="FF7E79">
                <a:alpha val="50196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087CD0A-1B7F-9A4C-DEF1-92EEE7C33304}"/>
                    </a:ext>
                  </a:extLst>
                </p:cNvPr>
                <p:cNvSpPr txBox="1"/>
                <p:nvPr/>
              </p:nvSpPr>
              <p:spPr>
                <a:xfrm>
                  <a:off x="6111092" y="2888280"/>
                  <a:ext cx="32091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087CD0A-1B7F-9A4C-DEF1-92EEE7C333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1092" y="2888280"/>
                  <a:ext cx="320914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B388B14-B345-AAA0-29E9-136FB24BF18B}"/>
              </a:ext>
            </a:extLst>
          </p:cNvPr>
          <p:cNvGrpSpPr/>
          <p:nvPr/>
        </p:nvGrpSpPr>
        <p:grpSpPr>
          <a:xfrm flipH="1">
            <a:off x="4687072" y="2574831"/>
            <a:ext cx="609992" cy="903893"/>
            <a:chOff x="4682345" y="2574833"/>
            <a:chExt cx="609992" cy="903893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E60B697-0158-4D6C-59DA-44E79CD3CBCB}"/>
                </a:ext>
              </a:extLst>
            </p:cNvPr>
            <p:cNvCxnSpPr/>
            <p:nvPr/>
          </p:nvCxnSpPr>
          <p:spPr>
            <a:xfrm flipV="1">
              <a:off x="4682345" y="3026779"/>
              <a:ext cx="317918" cy="1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A8D73E6-F2EF-F860-9C7F-E2C55BFDABD3}"/>
                </a:ext>
              </a:extLst>
            </p:cNvPr>
            <p:cNvCxnSpPr/>
            <p:nvPr/>
          </p:nvCxnSpPr>
          <p:spPr>
            <a:xfrm>
              <a:off x="5000263" y="2574833"/>
              <a:ext cx="0" cy="90389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FB95C8C-FF7C-24AE-EFBB-DF28578DA79D}"/>
                </a:ext>
              </a:extLst>
            </p:cNvPr>
            <p:cNvCxnSpPr/>
            <p:nvPr/>
          </p:nvCxnSpPr>
          <p:spPr>
            <a:xfrm>
              <a:off x="5000263" y="3478725"/>
              <a:ext cx="292074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51B19DD5-128D-8E91-E959-DD0591138DD3}"/>
                </a:ext>
              </a:extLst>
            </p:cNvPr>
            <p:cNvCxnSpPr/>
            <p:nvPr/>
          </p:nvCxnSpPr>
          <p:spPr>
            <a:xfrm>
              <a:off x="5000263" y="2574833"/>
              <a:ext cx="287243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9B9B33-3694-C67B-42B1-8CA4CC4CCC2D}"/>
              </a:ext>
            </a:extLst>
          </p:cNvPr>
          <p:cNvGrpSpPr/>
          <p:nvPr/>
        </p:nvGrpSpPr>
        <p:grpSpPr>
          <a:xfrm>
            <a:off x="11037667" y="1180615"/>
            <a:ext cx="671332" cy="3692324"/>
            <a:chOff x="10247453" y="1180617"/>
            <a:chExt cx="671332" cy="3692324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2EEE150-9ABC-06B7-5DAB-469185B050D9}"/>
                </a:ext>
              </a:extLst>
            </p:cNvPr>
            <p:cNvSpPr/>
            <p:nvPr/>
          </p:nvSpPr>
          <p:spPr>
            <a:xfrm>
              <a:off x="10247453" y="1180617"/>
              <a:ext cx="671332" cy="36923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B5F3687-AB1C-3951-C92E-E17216F52513}"/>
                    </a:ext>
                  </a:extLst>
                </p:cNvPr>
                <p:cNvSpPr txBox="1"/>
                <p:nvPr/>
              </p:nvSpPr>
              <p:spPr>
                <a:xfrm>
                  <a:off x="10422662" y="2888280"/>
                  <a:ext cx="32091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8C83393-9E33-09E5-0D31-975D1DCDDE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2662" y="2888280"/>
                  <a:ext cx="320914" cy="276999"/>
                </a:xfrm>
                <a:prstGeom prst="rect">
                  <a:avLst/>
                </a:prstGeom>
                <a:blipFill>
                  <a:blip r:embed="rId8"/>
                  <a:stretch>
                    <a:fillRect t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7D6975A-C457-5A2B-3B29-AE9985AC3B1B}"/>
              </a:ext>
            </a:extLst>
          </p:cNvPr>
          <p:cNvGrpSpPr/>
          <p:nvPr/>
        </p:nvGrpSpPr>
        <p:grpSpPr>
          <a:xfrm>
            <a:off x="3405748" y="2574831"/>
            <a:ext cx="609992" cy="903893"/>
            <a:chOff x="4682345" y="2574833"/>
            <a:chExt cx="609992" cy="903893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4775FEF-23A9-73D4-E990-C0D494D887B4}"/>
                </a:ext>
              </a:extLst>
            </p:cNvPr>
            <p:cNvCxnSpPr/>
            <p:nvPr/>
          </p:nvCxnSpPr>
          <p:spPr>
            <a:xfrm flipV="1">
              <a:off x="4682345" y="3026779"/>
              <a:ext cx="317918" cy="1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AFB7884-7CFD-E422-C22C-D49BA7F4FD3F}"/>
                </a:ext>
              </a:extLst>
            </p:cNvPr>
            <p:cNvCxnSpPr/>
            <p:nvPr/>
          </p:nvCxnSpPr>
          <p:spPr>
            <a:xfrm>
              <a:off x="5000263" y="2574833"/>
              <a:ext cx="0" cy="90389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2B8C9A7F-DBFD-FF30-E496-CB365E9DDC48}"/>
                </a:ext>
              </a:extLst>
            </p:cNvPr>
            <p:cNvCxnSpPr/>
            <p:nvPr/>
          </p:nvCxnSpPr>
          <p:spPr>
            <a:xfrm>
              <a:off x="5000263" y="3478725"/>
              <a:ext cx="292074" cy="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8C00E09A-4B38-085A-4611-98AB8198192E}"/>
                </a:ext>
              </a:extLst>
            </p:cNvPr>
            <p:cNvCxnSpPr/>
            <p:nvPr/>
          </p:nvCxnSpPr>
          <p:spPr>
            <a:xfrm>
              <a:off x="5000263" y="2574833"/>
              <a:ext cx="287243" cy="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273F6EAB-30D4-5610-DD31-4473F50B226D}"/>
              </a:ext>
            </a:extLst>
          </p:cNvPr>
          <p:cNvSpPr/>
          <p:nvPr/>
        </p:nvSpPr>
        <p:spPr>
          <a:xfrm>
            <a:off x="7516333" y="2386455"/>
            <a:ext cx="671332" cy="12806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CB594E0-86DA-66C3-E734-60E4BF63DE65}"/>
              </a:ext>
            </a:extLst>
          </p:cNvPr>
          <p:cNvSpPr/>
          <p:nvPr/>
        </p:nvSpPr>
        <p:spPr>
          <a:xfrm>
            <a:off x="8842027" y="1180615"/>
            <a:ext cx="671332" cy="36923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7390ECD-A44B-E670-6528-511B6F648AC9}"/>
                  </a:ext>
                </a:extLst>
              </p:cNvPr>
              <p:cNvSpPr txBox="1"/>
              <p:nvPr/>
            </p:nvSpPr>
            <p:spPr>
              <a:xfrm>
                <a:off x="8354389" y="2888278"/>
                <a:ext cx="32091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7390ECD-A44B-E670-6528-511B6F648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389" y="2888278"/>
                <a:ext cx="320914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riangle 7">
            <a:extLst>
              <a:ext uri="{FF2B5EF4-FFF2-40B4-BE49-F238E27FC236}">
                <a16:creationId xmlns:a16="http://schemas.microsoft.com/office/drawing/2014/main" id="{D9DB6D9A-F12C-6642-25C1-C60C80D5F1C9}"/>
              </a:ext>
            </a:extLst>
          </p:cNvPr>
          <p:cNvSpPr/>
          <p:nvPr/>
        </p:nvSpPr>
        <p:spPr>
          <a:xfrm>
            <a:off x="5297064" y="2758961"/>
            <a:ext cx="902372" cy="535633"/>
          </a:xfrm>
          <a:custGeom>
            <a:avLst/>
            <a:gdLst>
              <a:gd name="connsiteX0" fmla="*/ 0 w 5535827"/>
              <a:gd name="connsiteY0" fmla="*/ 1849805 h 1849805"/>
              <a:gd name="connsiteX1" fmla="*/ 2767914 w 5535827"/>
              <a:gd name="connsiteY1" fmla="*/ 0 h 1849805"/>
              <a:gd name="connsiteX2" fmla="*/ 5535827 w 5535827"/>
              <a:gd name="connsiteY2" fmla="*/ 1849805 h 1849805"/>
              <a:gd name="connsiteX3" fmla="*/ 0 w 5535827"/>
              <a:gd name="connsiteY3" fmla="*/ 1849805 h 1849805"/>
              <a:gd name="connsiteX0" fmla="*/ 60325 w 5656477"/>
              <a:gd name="connsiteY0" fmla="*/ 1849805 h 1849805"/>
              <a:gd name="connsiteX1" fmla="*/ 2828239 w 5656477"/>
              <a:gd name="connsiteY1" fmla="*/ 0 h 1849805"/>
              <a:gd name="connsiteX2" fmla="*/ 5596152 w 5656477"/>
              <a:gd name="connsiteY2" fmla="*/ 1849805 h 1849805"/>
              <a:gd name="connsiteX3" fmla="*/ 60325 w 5656477"/>
              <a:gd name="connsiteY3" fmla="*/ 1849805 h 1849805"/>
              <a:gd name="connsiteX0" fmla="*/ 0 w 5596152"/>
              <a:gd name="connsiteY0" fmla="*/ 1849805 h 1849805"/>
              <a:gd name="connsiteX1" fmla="*/ 2767914 w 5596152"/>
              <a:gd name="connsiteY1" fmla="*/ 0 h 1849805"/>
              <a:gd name="connsiteX2" fmla="*/ 5535827 w 5596152"/>
              <a:gd name="connsiteY2" fmla="*/ 1849805 h 1849805"/>
              <a:gd name="connsiteX3" fmla="*/ 0 w 5596152"/>
              <a:gd name="connsiteY3" fmla="*/ 1849805 h 1849805"/>
              <a:gd name="connsiteX0" fmla="*/ 0 w 5596152"/>
              <a:gd name="connsiteY0" fmla="*/ 1849805 h 1849805"/>
              <a:gd name="connsiteX1" fmla="*/ 2767914 w 5596152"/>
              <a:gd name="connsiteY1" fmla="*/ 0 h 1849805"/>
              <a:gd name="connsiteX2" fmla="*/ 5535827 w 5596152"/>
              <a:gd name="connsiteY2" fmla="*/ 1849805 h 1849805"/>
              <a:gd name="connsiteX3" fmla="*/ 0 w 5596152"/>
              <a:gd name="connsiteY3" fmla="*/ 1849805 h 1849805"/>
              <a:gd name="connsiteX0" fmla="*/ 0 w 5596152"/>
              <a:gd name="connsiteY0" fmla="*/ 1849805 h 1849805"/>
              <a:gd name="connsiteX1" fmla="*/ 2767914 w 5596152"/>
              <a:gd name="connsiteY1" fmla="*/ 0 h 1849805"/>
              <a:gd name="connsiteX2" fmla="*/ 5535827 w 5596152"/>
              <a:gd name="connsiteY2" fmla="*/ 1849805 h 1849805"/>
              <a:gd name="connsiteX3" fmla="*/ 0 w 5596152"/>
              <a:gd name="connsiteY3" fmla="*/ 1849805 h 1849805"/>
              <a:gd name="connsiteX0" fmla="*/ 0 w 5596152"/>
              <a:gd name="connsiteY0" fmla="*/ 1849805 h 1849805"/>
              <a:gd name="connsiteX1" fmla="*/ 2767914 w 5596152"/>
              <a:gd name="connsiteY1" fmla="*/ 0 h 1849805"/>
              <a:gd name="connsiteX2" fmla="*/ 5535827 w 5596152"/>
              <a:gd name="connsiteY2" fmla="*/ 1849805 h 1849805"/>
              <a:gd name="connsiteX3" fmla="*/ 0 w 5596152"/>
              <a:gd name="connsiteY3" fmla="*/ 1849805 h 1849805"/>
              <a:gd name="connsiteX0" fmla="*/ 0 w 5535827"/>
              <a:gd name="connsiteY0" fmla="*/ 1849805 h 1849805"/>
              <a:gd name="connsiteX1" fmla="*/ 2767914 w 5535827"/>
              <a:gd name="connsiteY1" fmla="*/ 0 h 1849805"/>
              <a:gd name="connsiteX2" fmla="*/ 5535827 w 5535827"/>
              <a:gd name="connsiteY2" fmla="*/ 1849805 h 1849805"/>
              <a:gd name="connsiteX3" fmla="*/ 0 w 5535827"/>
              <a:gd name="connsiteY3" fmla="*/ 1849805 h 1849805"/>
              <a:gd name="connsiteX0" fmla="*/ 0 w 5627267"/>
              <a:gd name="connsiteY0" fmla="*/ 1849805 h 1941245"/>
              <a:gd name="connsiteX1" fmla="*/ 2767914 w 5627267"/>
              <a:gd name="connsiteY1" fmla="*/ 0 h 1941245"/>
              <a:gd name="connsiteX2" fmla="*/ 5627267 w 5627267"/>
              <a:gd name="connsiteY2" fmla="*/ 1941245 h 194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27267" h="1941245">
                <a:moveTo>
                  <a:pt x="0" y="1849805"/>
                </a:moveTo>
                <a:cubicBezTo>
                  <a:pt x="1824681" y="1218775"/>
                  <a:pt x="1845276" y="0"/>
                  <a:pt x="2767914" y="0"/>
                </a:cubicBezTo>
                <a:cubicBezTo>
                  <a:pt x="3690552" y="0"/>
                  <a:pt x="3664081" y="1225498"/>
                  <a:pt x="5627267" y="194124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E86A4B-0046-2C2D-344C-AD8812C1CBF2}"/>
              </a:ext>
            </a:extLst>
          </p:cNvPr>
          <p:cNvCxnSpPr>
            <a:cxnSpLocks/>
          </p:cNvCxnSpPr>
          <p:nvPr/>
        </p:nvCxnSpPr>
        <p:spPr>
          <a:xfrm flipH="1" flipV="1">
            <a:off x="6188819" y="3026777"/>
            <a:ext cx="317918" cy="1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F41333-D519-A0FB-C857-EECAB67BFEFA}"/>
                  </a:ext>
                </a:extLst>
              </p:cNvPr>
              <p:cNvSpPr txBox="1"/>
              <p:nvPr/>
            </p:nvSpPr>
            <p:spPr>
              <a:xfrm>
                <a:off x="9017236" y="2888278"/>
                <a:ext cx="32091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F41333-D519-A0FB-C857-EECAB67BF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236" y="2888278"/>
                <a:ext cx="320914" cy="276999"/>
              </a:xfrm>
              <a:prstGeom prst="rect">
                <a:avLst/>
              </a:prstGeom>
              <a:blipFill>
                <a:blip r:embed="rId10"/>
                <a:stretch>
                  <a:fillRect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riangle 7">
            <a:extLst>
              <a:ext uri="{FF2B5EF4-FFF2-40B4-BE49-F238E27FC236}">
                <a16:creationId xmlns:a16="http://schemas.microsoft.com/office/drawing/2014/main" id="{E5B92293-FA12-5296-F3AA-348FA13D3D27}"/>
              </a:ext>
            </a:extLst>
          </p:cNvPr>
          <p:cNvSpPr/>
          <p:nvPr/>
        </p:nvSpPr>
        <p:spPr>
          <a:xfrm>
            <a:off x="9824327" y="2758961"/>
            <a:ext cx="902372" cy="535633"/>
          </a:xfrm>
          <a:custGeom>
            <a:avLst/>
            <a:gdLst>
              <a:gd name="connsiteX0" fmla="*/ 0 w 5535827"/>
              <a:gd name="connsiteY0" fmla="*/ 1849805 h 1849805"/>
              <a:gd name="connsiteX1" fmla="*/ 2767914 w 5535827"/>
              <a:gd name="connsiteY1" fmla="*/ 0 h 1849805"/>
              <a:gd name="connsiteX2" fmla="*/ 5535827 w 5535827"/>
              <a:gd name="connsiteY2" fmla="*/ 1849805 h 1849805"/>
              <a:gd name="connsiteX3" fmla="*/ 0 w 5535827"/>
              <a:gd name="connsiteY3" fmla="*/ 1849805 h 1849805"/>
              <a:gd name="connsiteX0" fmla="*/ 60325 w 5656477"/>
              <a:gd name="connsiteY0" fmla="*/ 1849805 h 1849805"/>
              <a:gd name="connsiteX1" fmla="*/ 2828239 w 5656477"/>
              <a:gd name="connsiteY1" fmla="*/ 0 h 1849805"/>
              <a:gd name="connsiteX2" fmla="*/ 5596152 w 5656477"/>
              <a:gd name="connsiteY2" fmla="*/ 1849805 h 1849805"/>
              <a:gd name="connsiteX3" fmla="*/ 60325 w 5656477"/>
              <a:gd name="connsiteY3" fmla="*/ 1849805 h 1849805"/>
              <a:gd name="connsiteX0" fmla="*/ 0 w 5596152"/>
              <a:gd name="connsiteY0" fmla="*/ 1849805 h 1849805"/>
              <a:gd name="connsiteX1" fmla="*/ 2767914 w 5596152"/>
              <a:gd name="connsiteY1" fmla="*/ 0 h 1849805"/>
              <a:gd name="connsiteX2" fmla="*/ 5535827 w 5596152"/>
              <a:gd name="connsiteY2" fmla="*/ 1849805 h 1849805"/>
              <a:gd name="connsiteX3" fmla="*/ 0 w 5596152"/>
              <a:gd name="connsiteY3" fmla="*/ 1849805 h 1849805"/>
              <a:gd name="connsiteX0" fmla="*/ 0 w 5596152"/>
              <a:gd name="connsiteY0" fmla="*/ 1849805 h 1849805"/>
              <a:gd name="connsiteX1" fmla="*/ 2767914 w 5596152"/>
              <a:gd name="connsiteY1" fmla="*/ 0 h 1849805"/>
              <a:gd name="connsiteX2" fmla="*/ 5535827 w 5596152"/>
              <a:gd name="connsiteY2" fmla="*/ 1849805 h 1849805"/>
              <a:gd name="connsiteX3" fmla="*/ 0 w 5596152"/>
              <a:gd name="connsiteY3" fmla="*/ 1849805 h 1849805"/>
              <a:gd name="connsiteX0" fmla="*/ 0 w 5596152"/>
              <a:gd name="connsiteY0" fmla="*/ 1849805 h 1849805"/>
              <a:gd name="connsiteX1" fmla="*/ 2767914 w 5596152"/>
              <a:gd name="connsiteY1" fmla="*/ 0 h 1849805"/>
              <a:gd name="connsiteX2" fmla="*/ 5535827 w 5596152"/>
              <a:gd name="connsiteY2" fmla="*/ 1849805 h 1849805"/>
              <a:gd name="connsiteX3" fmla="*/ 0 w 5596152"/>
              <a:gd name="connsiteY3" fmla="*/ 1849805 h 1849805"/>
              <a:gd name="connsiteX0" fmla="*/ 0 w 5596152"/>
              <a:gd name="connsiteY0" fmla="*/ 1849805 h 1849805"/>
              <a:gd name="connsiteX1" fmla="*/ 2767914 w 5596152"/>
              <a:gd name="connsiteY1" fmla="*/ 0 h 1849805"/>
              <a:gd name="connsiteX2" fmla="*/ 5535827 w 5596152"/>
              <a:gd name="connsiteY2" fmla="*/ 1849805 h 1849805"/>
              <a:gd name="connsiteX3" fmla="*/ 0 w 5596152"/>
              <a:gd name="connsiteY3" fmla="*/ 1849805 h 1849805"/>
              <a:gd name="connsiteX0" fmla="*/ 0 w 5535827"/>
              <a:gd name="connsiteY0" fmla="*/ 1849805 h 1849805"/>
              <a:gd name="connsiteX1" fmla="*/ 2767914 w 5535827"/>
              <a:gd name="connsiteY1" fmla="*/ 0 h 1849805"/>
              <a:gd name="connsiteX2" fmla="*/ 5535827 w 5535827"/>
              <a:gd name="connsiteY2" fmla="*/ 1849805 h 1849805"/>
              <a:gd name="connsiteX3" fmla="*/ 0 w 5535827"/>
              <a:gd name="connsiteY3" fmla="*/ 1849805 h 1849805"/>
              <a:gd name="connsiteX0" fmla="*/ 0 w 5627267"/>
              <a:gd name="connsiteY0" fmla="*/ 1849805 h 1941245"/>
              <a:gd name="connsiteX1" fmla="*/ 2767914 w 5627267"/>
              <a:gd name="connsiteY1" fmla="*/ 0 h 1941245"/>
              <a:gd name="connsiteX2" fmla="*/ 5627267 w 5627267"/>
              <a:gd name="connsiteY2" fmla="*/ 1941245 h 1941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27267" h="1941245">
                <a:moveTo>
                  <a:pt x="0" y="1849805"/>
                </a:moveTo>
                <a:cubicBezTo>
                  <a:pt x="1824681" y="1218775"/>
                  <a:pt x="1845276" y="0"/>
                  <a:pt x="2767914" y="0"/>
                </a:cubicBezTo>
                <a:cubicBezTo>
                  <a:pt x="3690552" y="0"/>
                  <a:pt x="3664081" y="1225498"/>
                  <a:pt x="5627267" y="194124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726654-7B42-4E15-26D6-6F32C7F1017B}"/>
              </a:ext>
            </a:extLst>
          </p:cNvPr>
          <p:cNvCxnSpPr>
            <a:cxnSpLocks/>
          </p:cNvCxnSpPr>
          <p:nvPr/>
        </p:nvCxnSpPr>
        <p:spPr>
          <a:xfrm flipH="1" flipV="1">
            <a:off x="9524846" y="3026777"/>
            <a:ext cx="317918" cy="1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4A6392-A2F2-F376-79AC-3C039E5B2D8D}"/>
              </a:ext>
            </a:extLst>
          </p:cNvPr>
          <p:cNvCxnSpPr>
            <a:cxnSpLocks/>
          </p:cNvCxnSpPr>
          <p:nvPr/>
        </p:nvCxnSpPr>
        <p:spPr>
          <a:xfrm flipH="1" flipV="1">
            <a:off x="10715268" y="3026777"/>
            <a:ext cx="317918" cy="1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42CCFF-36E2-F4D2-7814-357A703B88F4}"/>
              </a:ext>
            </a:extLst>
          </p:cNvPr>
          <p:cNvGrpSpPr/>
          <p:nvPr/>
        </p:nvGrpSpPr>
        <p:grpSpPr>
          <a:xfrm flipH="1">
            <a:off x="1393275" y="1180615"/>
            <a:ext cx="1997026" cy="3692324"/>
            <a:chOff x="7898325" y="1180616"/>
            <a:chExt cx="1997026" cy="3692324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46DCCAF-72D6-788F-53A1-D3CD826ABDCB}"/>
                </a:ext>
              </a:extLst>
            </p:cNvPr>
            <p:cNvSpPr/>
            <p:nvPr/>
          </p:nvSpPr>
          <p:spPr>
            <a:xfrm>
              <a:off x="7898325" y="2386456"/>
              <a:ext cx="671332" cy="1280644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B383734-1BCB-2E36-B2EF-00A616A444C2}"/>
                </a:ext>
              </a:extLst>
            </p:cNvPr>
            <p:cNvSpPr/>
            <p:nvPr/>
          </p:nvSpPr>
          <p:spPr>
            <a:xfrm>
              <a:off x="9224019" y="1180616"/>
              <a:ext cx="671332" cy="3692324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3C170ED-875E-6971-7460-BFB07554C0E6}"/>
                    </a:ext>
                  </a:extLst>
                </p:cNvPr>
                <p:cNvSpPr txBox="1"/>
                <p:nvPr/>
              </p:nvSpPr>
              <p:spPr>
                <a:xfrm>
                  <a:off x="8736381" y="2888279"/>
                  <a:ext cx="32091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3C170ED-875E-6971-7460-BFB07554C0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6381" y="2888279"/>
                  <a:ext cx="320914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6E48880-717D-3943-AF83-F87D9EEE1FE3}"/>
              </a:ext>
            </a:extLst>
          </p:cNvPr>
          <p:cNvCxnSpPr>
            <a:cxnSpLocks/>
          </p:cNvCxnSpPr>
          <p:nvPr/>
        </p:nvCxnSpPr>
        <p:spPr>
          <a:xfrm flipH="1" flipV="1">
            <a:off x="1067721" y="3026777"/>
            <a:ext cx="317918" cy="1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DAB44D2-0A34-FC46-7889-69D1EF10B290}"/>
              </a:ext>
            </a:extLst>
          </p:cNvPr>
          <p:cNvCxnSpPr>
            <a:cxnSpLocks/>
          </p:cNvCxnSpPr>
          <p:nvPr/>
        </p:nvCxnSpPr>
        <p:spPr>
          <a:xfrm flipH="1" flipV="1">
            <a:off x="7191944" y="3026777"/>
            <a:ext cx="317918" cy="1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56957CE-CCC3-7AEC-008F-E9AEAA8B507E}"/>
              </a:ext>
            </a:extLst>
          </p:cNvPr>
          <p:cNvSpPr/>
          <p:nvPr/>
        </p:nvSpPr>
        <p:spPr>
          <a:xfrm>
            <a:off x="5297064" y="2572708"/>
            <a:ext cx="902372" cy="90813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8A0AB2-C173-60D1-D314-21C801C167CE}"/>
              </a:ext>
            </a:extLst>
          </p:cNvPr>
          <p:cNvSpPr/>
          <p:nvPr/>
        </p:nvSpPr>
        <p:spPr>
          <a:xfrm>
            <a:off x="9828894" y="2572708"/>
            <a:ext cx="902372" cy="90813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76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B2EB38E-428A-2287-2252-F203467278B3}"/>
              </a:ext>
            </a:extLst>
          </p:cNvPr>
          <p:cNvGrpSpPr/>
          <p:nvPr/>
        </p:nvGrpSpPr>
        <p:grpSpPr>
          <a:xfrm>
            <a:off x="2060028" y="1533699"/>
            <a:ext cx="714703" cy="1949668"/>
            <a:chOff x="2060028" y="1555531"/>
            <a:chExt cx="714703" cy="194966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35AD50B-8738-F523-9975-3C9200E5A8A1}"/>
                </a:ext>
              </a:extLst>
            </p:cNvPr>
            <p:cNvSpPr/>
            <p:nvPr/>
          </p:nvSpPr>
          <p:spPr>
            <a:xfrm>
              <a:off x="2060028" y="1555531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7C50F1E-8337-15B5-A349-453086988501}"/>
                    </a:ext>
                  </a:extLst>
                </p:cNvPr>
                <p:cNvSpPr txBox="1"/>
                <p:nvPr/>
              </p:nvSpPr>
              <p:spPr>
                <a:xfrm>
                  <a:off x="2278078" y="1772619"/>
                  <a:ext cx="278602" cy="2805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7C50F1E-8337-15B5-A349-4530869885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8078" y="1772619"/>
                  <a:ext cx="278602" cy="280526"/>
                </a:xfrm>
                <a:prstGeom prst="rect">
                  <a:avLst/>
                </a:prstGeom>
                <a:blipFill>
                  <a:blip r:embed="rId2"/>
                  <a:stretch>
                    <a:fillRect l="-13043" r="-4348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29DF2A4-B333-289F-7850-A4A435237707}"/>
                </a:ext>
              </a:extLst>
            </p:cNvPr>
            <p:cNvSpPr/>
            <p:nvPr/>
          </p:nvSpPr>
          <p:spPr>
            <a:xfrm>
              <a:off x="2060028" y="2790496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3E493AD-C247-F5C2-EAD5-893E79B77793}"/>
                    </a:ext>
                  </a:extLst>
                </p:cNvPr>
                <p:cNvSpPr txBox="1"/>
                <p:nvPr/>
              </p:nvSpPr>
              <p:spPr>
                <a:xfrm>
                  <a:off x="2278078" y="3007584"/>
                  <a:ext cx="278602" cy="2805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3E493AD-C247-F5C2-EAD5-893E79B777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8078" y="3007584"/>
                  <a:ext cx="278602" cy="280526"/>
                </a:xfrm>
                <a:prstGeom prst="rect">
                  <a:avLst/>
                </a:prstGeom>
                <a:blipFill>
                  <a:blip r:embed="rId3"/>
                  <a:stretch>
                    <a:fillRect l="-8696" r="-4348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F4DAD6F-CDB1-A7E2-9304-31CC84B36162}"/>
              </a:ext>
            </a:extLst>
          </p:cNvPr>
          <p:cNvGrpSpPr/>
          <p:nvPr/>
        </p:nvGrpSpPr>
        <p:grpSpPr>
          <a:xfrm>
            <a:off x="3494690" y="929761"/>
            <a:ext cx="714703" cy="3157545"/>
            <a:chOff x="3494690" y="986158"/>
            <a:chExt cx="714703" cy="315754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D68B7B9-122E-0707-EE6C-B9FB1B741191}"/>
                </a:ext>
              </a:extLst>
            </p:cNvPr>
            <p:cNvSpPr/>
            <p:nvPr/>
          </p:nvSpPr>
          <p:spPr>
            <a:xfrm>
              <a:off x="3494690" y="986158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A4BD042-6F18-B12B-67BB-E30AB89217CD}"/>
                </a:ext>
              </a:extLst>
            </p:cNvPr>
            <p:cNvSpPr/>
            <p:nvPr/>
          </p:nvSpPr>
          <p:spPr>
            <a:xfrm>
              <a:off x="3494690" y="2207579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28BD3F8-6D8F-E175-A7DD-6A2DF2D31FF0}"/>
                </a:ext>
              </a:extLst>
            </p:cNvPr>
            <p:cNvSpPr/>
            <p:nvPr/>
          </p:nvSpPr>
          <p:spPr>
            <a:xfrm>
              <a:off x="3494690" y="3429000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D0C2B8F-DDD1-83AA-8ED9-27AFD5F75609}"/>
              </a:ext>
            </a:extLst>
          </p:cNvPr>
          <p:cNvGrpSpPr/>
          <p:nvPr/>
        </p:nvGrpSpPr>
        <p:grpSpPr>
          <a:xfrm>
            <a:off x="4892566" y="929761"/>
            <a:ext cx="714703" cy="3157545"/>
            <a:chOff x="3494690" y="986158"/>
            <a:chExt cx="714703" cy="31575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77C4E83-B779-523B-406A-0E6D3BDFADE5}"/>
                </a:ext>
              </a:extLst>
            </p:cNvPr>
            <p:cNvSpPr/>
            <p:nvPr/>
          </p:nvSpPr>
          <p:spPr>
            <a:xfrm>
              <a:off x="3494690" y="986158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8E9B7E-2BCC-3896-C30D-E3817A2E83C2}"/>
                </a:ext>
              </a:extLst>
            </p:cNvPr>
            <p:cNvSpPr/>
            <p:nvPr/>
          </p:nvSpPr>
          <p:spPr>
            <a:xfrm>
              <a:off x="3494690" y="2207579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C7A3358-1BE1-4103-C23B-517C4EF99F8D}"/>
                </a:ext>
              </a:extLst>
            </p:cNvPr>
            <p:cNvSpPr/>
            <p:nvPr/>
          </p:nvSpPr>
          <p:spPr>
            <a:xfrm>
              <a:off x="3494690" y="3429000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945E9A-E3C6-C903-6275-81364F0859B4}"/>
              </a:ext>
            </a:extLst>
          </p:cNvPr>
          <p:cNvGrpSpPr/>
          <p:nvPr/>
        </p:nvGrpSpPr>
        <p:grpSpPr>
          <a:xfrm>
            <a:off x="6632026" y="929761"/>
            <a:ext cx="714703" cy="3157545"/>
            <a:chOff x="3494690" y="986158"/>
            <a:chExt cx="714703" cy="315754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A7A800A-86A8-8A1D-BE04-795C258A6B0C}"/>
                </a:ext>
              </a:extLst>
            </p:cNvPr>
            <p:cNvSpPr/>
            <p:nvPr/>
          </p:nvSpPr>
          <p:spPr>
            <a:xfrm>
              <a:off x="3494690" y="986158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0AC9CFE-9420-4F0B-DC81-6F0112F39167}"/>
                </a:ext>
              </a:extLst>
            </p:cNvPr>
            <p:cNvSpPr/>
            <p:nvPr/>
          </p:nvSpPr>
          <p:spPr>
            <a:xfrm>
              <a:off x="3494690" y="2207579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206D4FD-112D-4806-4735-5A7A0577C8D3}"/>
                </a:ext>
              </a:extLst>
            </p:cNvPr>
            <p:cNvSpPr/>
            <p:nvPr/>
          </p:nvSpPr>
          <p:spPr>
            <a:xfrm>
              <a:off x="3494690" y="3429000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A4BCC9BE-4393-2056-025B-6DCBC5F29A25}"/>
              </a:ext>
            </a:extLst>
          </p:cNvPr>
          <p:cNvSpPr/>
          <p:nvPr/>
        </p:nvSpPr>
        <p:spPr>
          <a:xfrm>
            <a:off x="8099544" y="488731"/>
            <a:ext cx="714703" cy="714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E3B3162-0F17-63CE-A726-10D0FAF0346C}"/>
              </a:ext>
            </a:extLst>
          </p:cNvPr>
          <p:cNvSpPr/>
          <p:nvPr/>
        </p:nvSpPr>
        <p:spPr>
          <a:xfrm>
            <a:off x="8099543" y="1597031"/>
            <a:ext cx="714703" cy="714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400CA00-A769-734B-21B3-AD2914167F9E}"/>
              </a:ext>
            </a:extLst>
          </p:cNvPr>
          <p:cNvSpPr/>
          <p:nvPr/>
        </p:nvSpPr>
        <p:spPr>
          <a:xfrm>
            <a:off x="8099540" y="2705331"/>
            <a:ext cx="714703" cy="714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9382968-2282-2961-A3D8-7C1FD26B9317}"/>
              </a:ext>
            </a:extLst>
          </p:cNvPr>
          <p:cNvSpPr/>
          <p:nvPr/>
        </p:nvSpPr>
        <p:spPr>
          <a:xfrm>
            <a:off x="8099541" y="3813632"/>
            <a:ext cx="714703" cy="714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219F95-0DE7-48F4-659C-389DA0B1A3C0}"/>
              </a:ext>
            </a:extLst>
          </p:cNvPr>
          <p:cNvCxnSpPr>
            <a:cxnSpLocks/>
            <a:stCxn id="2" idx="6"/>
            <a:endCxn id="9" idx="2"/>
          </p:cNvCxnSpPr>
          <p:nvPr/>
        </p:nvCxnSpPr>
        <p:spPr>
          <a:xfrm flipV="1">
            <a:off x="2774731" y="1287113"/>
            <a:ext cx="719959" cy="6039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FC66938-D167-FF4F-495D-FE7F8D79D0D6}"/>
              </a:ext>
            </a:extLst>
          </p:cNvPr>
          <p:cNvCxnSpPr>
            <a:cxnSpLocks/>
            <a:stCxn id="2" idx="6"/>
            <a:endCxn id="10" idx="2"/>
          </p:cNvCxnSpPr>
          <p:nvPr/>
        </p:nvCxnSpPr>
        <p:spPr>
          <a:xfrm>
            <a:off x="2774731" y="1891051"/>
            <a:ext cx="719959" cy="6174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C860E1-127D-E096-835A-C1BD29A7DDD0}"/>
              </a:ext>
            </a:extLst>
          </p:cNvPr>
          <p:cNvCxnSpPr>
            <a:cxnSpLocks/>
            <a:stCxn id="2" idx="6"/>
            <a:endCxn id="11" idx="2"/>
          </p:cNvCxnSpPr>
          <p:nvPr/>
        </p:nvCxnSpPr>
        <p:spPr>
          <a:xfrm>
            <a:off x="2774731" y="1891051"/>
            <a:ext cx="719959" cy="18389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1673C1F-7968-F8D2-A326-462D176FE0CF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774731" y="1287113"/>
            <a:ext cx="719959" cy="18389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3A7D053-FA52-DD80-F5D7-3704C1C4768D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2774731" y="2508534"/>
            <a:ext cx="719959" cy="6174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163DF1D-22F8-8A53-B394-6841C0ECCA10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2774731" y="3126016"/>
            <a:ext cx="719959" cy="6039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F6D443D-350E-FFE3-4089-3B269B7C8659}"/>
              </a:ext>
            </a:extLst>
          </p:cNvPr>
          <p:cNvCxnSpPr>
            <a:cxnSpLocks/>
            <a:stCxn id="9" idx="6"/>
            <a:endCxn id="15" idx="2"/>
          </p:cNvCxnSpPr>
          <p:nvPr/>
        </p:nvCxnSpPr>
        <p:spPr>
          <a:xfrm>
            <a:off x="4209393" y="1287113"/>
            <a:ext cx="6831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1BD2A13-A48C-3EFD-DD29-D4C8EBADCBE4}"/>
              </a:ext>
            </a:extLst>
          </p:cNvPr>
          <p:cNvCxnSpPr>
            <a:cxnSpLocks/>
            <a:stCxn id="16" idx="2"/>
            <a:endCxn id="9" idx="6"/>
          </p:cNvCxnSpPr>
          <p:nvPr/>
        </p:nvCxnSpPr>
        <p:spPr>
          <a:xfrm flipH="1" flipV="1">
            <a:off x="4209393" y="1287113"/>
            <a:ext cx="683173" cy="12214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4BEF392-A576-BA09-43DC-681577B236E6}"/>
              </a:ext>
            </a:extLst>
          </p:cNvPr>
          <p:cNvCxnSpPr>
            <a:cxnSpLocks/>
            <a:stCxn id="17" idx="2"/>
            <a:endCxn id="9" idx="6"/>
          </p:cNvCxnSpPr>
          <p:nvPr/>
        </p:nvCxnSpPr>
        <p:spPr>
          <a:xfrm flipH="1" flipV="1">
            <a:off x="4209393" y="1287113"/>
            <a:ext cx="683173" cy="24428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C4E1C2-4BED-F1B8-5FD5-D1A34025B490}"/>
              </a:ext>
            </a:extLst>
          </p:cNvPr>
          <p:cNvCxnSpPr>
            <a:cxnSpLocks/>
            <a:stCxn id="10" idx="6"/>
            <a:endCxn id="15" idx="2"/>
          </p:cNvCxnSpPr>
          <p:nvPr/>
        </p:nvCxnSpPr>
        <p:spPr>
          <a:xfrm flipV="1">
            <a:off x="4209393" y="1287113"/>
            <a:ext cx="683173" cy="12214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C4DB9E3-0E21-9CD7-3548-D8886A1EA8A6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>
            <a:off x="4209393" y="2508534"/>
            <a:ext cx="6831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DEFDFF4-4E47-247A-D65D-74F97EAE86A4}"/>
              </a:ext>
            </a:extLst>
          </p:cNvPr>
          <p:cNvCxnSpPr>
            <a:cxnSpLocks/>
            <a:stCxn id="10" idx="6"/>
            <a:endCxn id="17" idx="2"/>
          </p:cNvCxnSpPr>
          <p:nvPr/>
        </p:nvCxnSpPr>
        <p:spPr>
          <a:xfrm>
            <a:off x="4209393" y="2508534"/>
            <a:ext cx="683173" cy="12214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9B61483-28AE-C94D-DAEE-8DFC0479CF6B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 flipV="1">
            <a:off x="4209393" y="1287113"/>
            <a:ext cx="683173" cy="24428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E37A4D2-EAC8-1081-B644-C6F40FC31358}"/>
              </a:ext>
            </a:extLst>
          </p:cNvPr>
          <p:cNvCxnSpPr>
            <a:cxnSpLocks/>
            <a:stCxn id="11" idx="6"/>
            <a:endCxn id="16" idx="2"/>
          </p:cNvCxnSpPr>
          <p:nvPr/>
        </p:nvCxnSpPr>
        <p:spPr>
          <a:xfrm flipV="1">
            <a:off x="4209393" y="2508534"/>
            <a:ext cx="683173" cy="12214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81794BA-DAF8-A94C-F88F-E65DDE5F352B}"/>
              </a:ext>
            </a:extLst>
          </p:cNvPr>
          <p:cNvCxnSpPr>
            <a:cxnSpLocks/>
            <a:stCxn id="11" idx="6"/>
            <a:endCxn id="17" idx="2"/>
          </p:cNvCxnSpPr>
          <p:nvPr/>
        </p:nvCxnSpPr>
        <p:spPr>
          <a:xfrm>
            <a:off x="4209393" y="3729955"/>
            <a:ext cx="6831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A1C984D-4B2B-23AA-6445-80F007AE1D73}"/>
                  </a:ext>
                </a:extLst>
              </p:cNvPr>
              <p:cNvSpPr txBox="1"/>
              <p:nvPr/>
            </p:nvSpPr>
            <p:spPr>
              <a:xfrm flipH="1">
                <a:off x="5959191" y="2370033"/>
                <a:ext cx="32091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A1C984D-4B2B-23AA-6445-80F007AE1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59191" y="2370033"/>
                <a:ext cx="32091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00C4378-3497-7687-60FE-237DB9431D99}"/>
              </a:ext>
            </a:extLst>
          </p:cNvPr>
          <p:cNvCxnSpPr>
            <a:cxnSpLocks/>
            <a:stCxn id="19" idx="6"/>
            <a:endCxn id="26" idx="2"/>
          </p:cNvCxnSpPr>
          <p:nvPr/>
        </p:nvCxnSpPr>
        <p:spPr>
          <a:xfrm flipV="1">
            <a:off x="7346729" y="846083"/>
            <a:ext cx="752815" cy="4410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7B89345-B53F-6960-460D-31121161F17F}"/>
              </a:ext>
            </a:extLst>
          </p:cNvPr>
          <p:cNvCxnSpPr>
            <a:cxnSpLocks/>
            <a:stCxn id="19" idx="6"/>
            <a:endCxn id="27" idx="2"/>
          </p:cNvCxnSpPr>
          <p:nvPr/>
        </p:nvCxnSpPr>
        <p:spPr>
          <a:xfrm>
            <a:off x="7346729" y="1287113"/>
            <a:ext cx="752814" cy="6672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E9FC94F-75C4-4782-65E2-21996CBB3D0F}"/>
              </a:ext>
            </a:extLst>
          </p:cNvPr>
          <p:cNvCxnSpPr>
            <a:cxnSpLocks/>
            <a:stCxn id="19" idx="6"/>
            <a:endCxn id="28" idx="2"/>
          </p:cNvCxnSpPr>
          <p:nvPr/>
        </p:nvCxnSpPr>
        <p:spPr>
          <a:xfrm>
            <a:off x="7346729" y="1287113"/>
            <a:ext cx="752811" cy="17755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3462E0C-DE6C-6EEE-7FA0-A45413A72A42}"/>
              </a:ext>
            </a:extLst>
          </p:cNvPr>
          <p:cNvCxnSpPr>
            <a:cxnSpLocks/>
            <a:stCxn id="29" idx="2"/>
            <a:endCxn id="19" idx="6"/>
          </p:cNvCxnSpPr>
          <p:nvPr/>
        </p:nvCxnSpPr>
        <p:spPr>
          <a:xfrm flipH="1" flipV="1">
            <a:off x="7346729" y="1287113"/>
            <a:ext cx="752812" cy="28838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5601201-A3F3-8329-A5AB-40948A4F4768}"/>
              </a:ext>
            </a:extLst>
          </p:cNvPr>
          <p:cNvCxnSpPr>
            <a:cxnSpLocks/>
            <a:stCxn id="20" idx="6"/>
            <a:endCxn id="26" idx="2"/>
          </p:cNvCxnSpPr>
          <p:nvPr/>
        </p:nvCxnSpPr>
        <p:spPr>
          <a:xfrm flipV="1">
            <a:off x="7346729" y="846083"/>
            <a:ext cx="752815" cy="16624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5E61FD7-55C9-8BEB-9968-BD23D453457B}"/>
              </a:ext>
            </a:extLst>
          </p:cNvPr>
          <p:cNvCxnSpPr>
            <a:cxnSpLocks/>
            <a:stCxn id="20" idx="6"/>
            <a:endCxn id="27" idx="2"/>
          </p:cNvCxnSpPr>
          <p:nvPr/>
        </p:nvCxnSpPr>
        <p:spPr>
          <a:xfrm flipV="1">
            <a:off x="7346729" y="1954383"/>
            <a:ext cx="752814" cy="5541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971B2FF-2607-4443-7267-CBFEB7D1633B}"/>
              </a:ext>
            </a:extLst>
          </p:cNvPr>
          <p:cNvCxnSpPr>
            <a:cxnSpLocks/>
            <a:stCxn id="20" idx="6"/>
            <a:endCxn id="28" idx="2"/>
          </p:cNvCxnSpPr>
          <p:nvPr/>
        </p:nvCxnSpPr>
        <p:spPr>
          <a:xfrm>
            <a:off x="7346729" y="2508534"/>
            <a:ext cx="752811" cy="5541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C2C5427-B792-6B2A-2D77-6801040C8BA1}"/>
              </a:ext>
            </a:extLst>
          </p:cNvPr>
          <p:cNvCxnSpPr>
            <a:cxnSpLocks/>
            <a:stCxn id="29" idx="2"/>
            <a:endCxn id="20" idx="6"/>
          </p:cNvCxnSpPr>
          <p:nvPr/>
        </p:nvCxnSpPr>
        <p:spPr>
          <a:xfrm flipH="1" flipV="1">
            <a:off x="7346729" y="2508534"/>
            <a:ext cx="752812" cy="16624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D7B5F94-C828-5EF5-11A6-691A59802587}"/>
              </a:ext>
            </a:extLst>
          </p:cNvPr>
          <p:cNvCxnSpPr>
            <a:cxnSpLocks/>
            <a:stCxn id="21" idx="6"/>
            <a:endCxn id="26" idx="2"/>
          </p:cNvCxnSpPr>
          <p:nvPr/>
        </p:nvCxnSpPr>
        <p:spPr>
          <a:xfrm flipV="1">
            <a:off x="7346729" y="846083"/>
            <a:ext cx="752815" cy="28838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2DAC598C-DA3A-AFA5-CFBE-038D54B6DAD8}"/>
              </a:ext>
            </a:extLst>
          </p:cNvPr>
          <p:cNvCxnSpPr>
            <a:cxnSpLocks/>
            <a:stCxn id="21" idx="6"/>
            <a:endCxn id="27" idx="2"/>
          </p:cNvCxnSpPr>
          <p:nvPr/>
        </p:nvCxnSpPr>
        <p:spPr>
          <a:xfrm flipV="1">
            <a:off x="7346729" y="1954383"/>
            <a:ext cx="752814" cy="17755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73FB92EF-7E1C-B6C2-A140-7434A26EEBDD}"/>
              </a:ext>
            </a:extLst>
          </p:cNvPr>
          <p:cNvCxnSpPr>
            <a:cxnSpLocks/>
            <a:stCxn id="21" idx="6"/>
            <a:endCxn id="28" idx="2"/>
          </p:cNvCxnSpPr>
          <p:nvPr/>
        </p:nvCxnSpPr>
        <p:spPr>
          <a:xfrm flipV="1">
            <a:off x="7346729" y="3062683"/>
            <a:ext cx="752811" cy="6672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4474E64-0D7C-C9F7-C5E1-A27FC1350615}"/>
              </a:ext>
            </a:extLst>
          </p:cNvPr>
          <p:cNvCxnSpPr>
            <a:cxnSpLocks/>
            <a:stCxn id="21" idx="6"/>
            <a:endCxn id="29" idx="2"/>
          </p:cNvCxnSpPr>
          <p:nvPr/>
        </p:nvCxnSpPr>
        <p:spPr>
          <a:xfrm>
            <a:off x="7346729" y="3729955"/>
            <a:ext cx="752812" cy="4410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783F7DA-7882-82A4-603C-CAB563CC59E9}"/>
                  </a:ext>
                </a:extLst>
              </p:cNvPr>
              <p:cNvSpPr txBox="1"/>
              <p:nvPr/>
            </p:nvSpPr>
            <p:spPr>
              <a:xfrm>
                <a:off x="8016379" y="738360"/>
                <a:ext cx="88103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783F7DA-7882-82A4-603C-CAB563CC5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379" y="738360"/>
                <a:ext cx="881033" cy="215444"/>
              </a:xfrm>
              <a:prstGeom prst="rect">
                <a:avLst/>
              </a:prstGeom>
              <a:blipFill>
                <a:blip r:embed="rId5"/>
                <a:stretch>
                  <a:fillRect t="-5882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92A391C-30F1-8328-AF37-C0CB4EDC01F1}"/>
                  </a:ext>
                </a:extLst>
              </p:cNvPr>
              <p:cNvSpPr txBox="1"/>
              <p:nvPr/>
            </p:nvSpPr>
            <p:spPr>
              <a:xfrm>
                <a:off x="8016378" y="1846660"/>
                <a:ext cx="88103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92A391C-30F1-8328-AF37-C0CB4EDC0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378" y="1846660"/>
                <a:ext cx="881033" cy="215444"/>
              </a:xfrm>
              <a:prstGeom prst="rect">
                <a:avLst/>
              </a:prstGeom>
              <a:blipFill>
                <a:blip r:embed="rId6"/>
                <a:stretch>
                  <a:fillRect t="-5556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5AC9035-2666-141E-A8D5-3EF6817C7BF9}"/>
                  </a:ext>
                </a:extLst>
              </p:cNvPr>
              <p:cNvSpPr txBox="1"/>
              <p:nvPr/>
            </p:nvSpPr>
            <p:spPr>
              <a:xfrm>
                <a:off x="8016376" y="4063261"/>
                <a:ext cx="88103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5AC9035-2666-141E-A8D5-3EF6817C7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376" y="4063261"/>
                <a:ext cx="881033" cy="215444"/>
              </a:xfrm>
              <a:prstGeom prst="rect">
                <a:avLst/>
              </a:prstGeom>
              <a:blipFill>
                <a:blip r:embed="rId7"/>
                <a:stretch>
                  <a:fillRect t="-5882" b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7BAEF771-651D-B310-FA23-758896F48C83}"/>
                  </a:ext>
                </a:extLst>
              </p:cNvPr>
              <p:cNvSpPr txBox="1"/>
              <p:nvPr/>
            </p:nvSpPr>
            <p:spPr>
              <a:xfrm>
                <a:off x="8016375" y="2954960"/>
                <a:ext cx="88103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7BAEF771-651D-B310-FA23-758896F48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375" y="2954960"/>
                <a:ext cx="881033" cy="215444"/>
              </a:xfrm>
              <a:prstGeom prst="rect">
                <a:avLst/>
              </a:prstGeom>
              <a:blipFill>
                <a:blip r:embed="rId8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6100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A1C984D-4B2B-23AA-6445-80F007AE1D73}"/>
                  </a:ext>
                </a:extLst>
              </p:cNvPr>
              <p:cNvSpPr txBox="1"/>
              <p:nvPr/>
            </p:nvSpPr>
            <p:spPr>
              <a:xfrm flipH="1">
                <a:off x="5959191" y="2370033"/>
                <a:ext cx="32091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A1C984D-4B2B-23AA-6445-80F007AE1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959191" y="2370033"/>
                <a:ext cx="32091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7B89345-B53F-6960-460D-31121161F17F}"/>
              </a:ext>
            </a:extLst>
          </p:cNvPr>
          <p:cNvCxnSpPr>
            <a:cxnSpLocks/>
            <a:stCxn id="19" idx="6"/>
            <a:endCxn id="27" idx="2"/>
          </p:cNvCxnSpPr>
          <p:nvPr/>
        </p:nvCxnSpPr>
        <p:spPr>
          <a:xfrm>
            <a:off x="7236173" y="1287113"/>
            <a:ext cx="1368984" cy="5596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E9FC94F-75C4-4782-65E2-21996CBB3D0F}"/>
              </a:ext>
            </a:extLst>
          </p:cNvPr>
          <p:cNvCxnSpPr>
            <a:cxnSpLocks/>
            <a:stCxn id="19" idx="6"/>
            <a:endCxn id="28" idx="2"/>
          </p:cNvCxnSpPr>
          <p:nvPr/>
        </p:nvCxnSpPr>
        <p:spPr>
          <a:xfrm>
            <a:off x="7236173" y="1287113"/>
            <a:ext cx="1368981" cy="1883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5E61FD7-55C9-8BEB-9968-BD23D453457B}"/>
              </a:ext>
            </a:extLst>
          </p:cNvPr>
          <p:cNvCxnSpPr>
            <a:cxnSpLocks/>
            <a:stCxn id="20" idx="6"/>
            <a:endCxn id="27" idx="2"/>
          </p:cNvCxnSpPr>
          <p:nvPr/>
        </p:nvCxnSpPr>
        <p:spPr>
          <a:xfrm flipV="1">
            <a:off x="7236173" y="1846803"/>
            <a:ext cx="1368984" cy="6617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971B2FF-2607-4443-7267-CBFEB7D1633B}"/>
              </a:ext>
            </a:extLst>
          </p:cNvPr>
          <p:cNvCxnSpPr>
            <a:cxnSpLocks/>
            <a:stCxn id="20" idx="6"/>
            <a:endCxn id="28" idx="2"/>
          </p:cNvCxnSpPr>
          <p:nvPr/>
        </p:nvCxnSpPr>
        <p:spPr>
          <a:xfrm>
            <a:off x="7236173" y="2508534"/>
            <a:ext cx="1368981" cy="6617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2DAC598C-DA3A-AFA5-CFBE-038D54B6DAD8}"/>
              </a:ext>
            </a:extLst>
          </p:cNvPr>
          <p:cNvCxnSpPr>
            <a:cxnSpLocks/>
            <a:stCxn id="21" idx="6"/>
            <a:endCxn id="27" idx="2"/>
          </p:cNvCxnSpPr>
          <p:nvPr/>
        </p:nvCxnSpPr>
        <p:spPr>
          <a:xfrm flipV="1">
            <a:off x="7236173" y="1846803"/>
            <a:ext cx="1368984" cy="18831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73FB92EF-7E1C-B6C2-A140-7434A26EEBDD}"/>
              </a:ext>
            </a:extLst>
          </p:cNvPr>
          <p:cNvCxnSpPr>
            <a:cxnSpLocks/>
            <a:stCxn id="21" idx="6"/>
            <a:endCxn id="28" idx="2"/>
          </p:cNvCxnSpPr>
          <p:nvPr/>
        </p:nvCxnSpPr>
        <p:spPr>
          <a:xfrm flipV="1">
            <a:off x="7236173" y="3170263"/>
            <a:ext cx="1368981" cy="5596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C50D01E-E672-6E15-CDEF-E3FDF4D10FF9}"/>
              </a:ext>
            </a:extLst>
          </p:cNvPr>
          <p:cNvGrpSpPr/>
          <p:nvPr/>
        </p:nvGrpSpPr>
        <p:grpSpPr>
          <a:xfrm>
            <a:off x="8521992" y="1489451"/>
            <a:ext cx="881033" cy="714703"/>
            <a:chOff x="8016378" y="1597031"/>
            <a:chExt cx="881033" cy="714703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E3B3162-0F17-63CE-A726-10D0FAF0346C}"/>
                </a:ext>
              </a:extLst>
            </p:cNvPr>
            <p:cNvSpPr/>
            <p:nvPr/>
          </p:nvSpPr>
          <p:spPr>
            <a:xfrm>
              <a:off x="8099543" y="1597031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E92A391C-30F1-8328-AF37-C0CB4EDC01F1}"/>
                    </a:ext>
                  </a:extLst>
                </p:cNvPr>
                <p:cNvSpPr txBox="1"/>
                <p:nvPr/>
              </p:nvSpPr>
              <p:spPr>
                <a:xfrm>
                  <a:off x="8016378" y="1819890"/>
                  <a:ext cx="881033" cy="26898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E92A391C-30F1-8328-AF37-C0CB4EDC01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378" y="1819890"/>
                  <a:ext cx="881033" cy="268984"/>
                </a:xfrm>
                <a:prstGeom prst="rect">
                  <a:avLst/>
                </a:prstGeom>
                <a:blipFill>
                  <a:blip r:embed="rId5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7C6CB1A-66F4-429C-1069-1EF91FA40F77}"/>
              </a:ext>
            </a:extLst>
          </p:cNvPr>
          <p:cNvGrpSpPr/>
          <p:nvPr/>
        </p:nvGrpSpPr>
        <p:grpSpPr>
          <a:xfrm>
            <a:off x="8521989" y="2812911"/>
            <a:ext cx="881033" cy="714703"/>
            <a:chOff x="8016375" y="2705331"/>
            <a:chExt cx="881033" cy="714703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400CA00-A769-734B-21B3-AD2914167F9E}"/>
                </a:ext>
              </a:extLst>
            </p:cNvPr>
            <p:cNvSpPr/>
            <p:nvPr/>
          </p:nvSpPr>
          <p:spPr>
            <a:xfrm>
              <a:off x="8099540" y="2705331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7BAEF771-651D-B310-FA23-758896F48C83}"/>
                    </a:ext>
                  </a:extLst>
                </p:cNvPr>
                <p:cNvSpPr txBox="1"/>
                <p:nvPr/>
              </p:nvSpPr>
              <p:spPr>
                <a:xfrm>
                  <a:off x="8016375" y="2928062"/>
                  <a:ext cx="881033" cy="2692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7BAEF771-651D-B310-FA23-758896F48C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6375" y="2928062"/>
                  <a:ext cx="881033" cy="269241"/>
                </a:xfrm>
                <a:prstGeom prst="rect">
                  <a:avLst/>
                </a:prstGeom>
                <a:blipFill>
                  <a:blip r:embed="rId6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0A7EF30-2ABE-796B-2B8B-FCC5AC0C606D}"/>
              </a:ext>
            </a:extLst>
          </p:cNvPr>
          <p:cNvGrpSpPr/>
          <p:nvPr/>
        </p:nvGrpSpPr>
        <p:grpSpPr>
          <a:xfrm>
            <a:off x="6438305" y="929761"/>
            <a:ext cx="881033" cy="714703"/>
            <a:chOff x="6548861" y="929761"/>
            <a:chExt cx="881033" cy="714703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A7A800A-86A8-8A1D-BE04-795C258A6B0C}"/>
                </a:ext>
              </a:extLst>
            </p:cNvPr>
            <p:cNvSpPr/>
            <p:nvPr/>
          </p:nvSpPr>
          <p:spPr>
            <a:xfrm>
              <a:off x="6632026" y="929761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F824772-042C-0162-5BEA-46185087C9EB}"/>
                    </a:ext>
                  </a:extLst>
                </p:cNvPr>
                <p:cNvSpPr txBox="1"/>
                <p:nvPr/>
              </p:nvSpPr>
              <p:spPr>
                <a:xfrm>
                  <a:off x="6548861" y="1147715"/>
                  <a:ext cx="881033" cy="2787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F824772-042C-0162-5BEA-46185087C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8861" y="1147715"/>
                  <a:ext cx="881033" cy="278794"/>
                </a:xfrm>
                <a:prstGeom prst="rect">
                  <a:avLst/>
                </a:prstGeom>
                <a:blipFill>
                  <a:blip r:embed="rId7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3E94E8-245E-4EFF-E75F-F9CE7FAC1FE4}"/>
              </a:ext>
            </a:extLst>
          </p:cNvPr>
          <p:cNvGrpSpPr/>
          <p:nvPr/>
        </p:nvGrpSpPr>
        <p:grpSpPr>
          <a:xfrm>
            <a:off x="6438305" y="2151182"/>
            <a:ext cx="881033" cy="714703"/>
            <a:chOff x="6553081" y="2151182"/>
            <a:chExt cx="881033" cy="714703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0AC9CFE-9420-4F0B-DC81-6F0112F39167}"/>
                </a:ext>
              </a:extLst>
            </p:cNvPr>
            <p:cNvSpPr/>
            <p:nvPr/>
          </p:nvSpPr>
          <p:spPr>
            <a:xfrm>
              <a:off x="6636246" y="2151182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BC22B40-3638-164E-B223-0AF4550D3468}"/>
                    </a:ext>
                  </a:extLst>
                </p:cNvPr>
                <p:cNvSpPr txBox="1"/>
                <p:nvPr/>
              </p:nvSpPr>
              <p:spPr>
                <a:xfrm>
                  <a:off x="6553081" y="2369136"/>
                  <a:ext cx="881033" cy="2787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BC22B40-3638-164E-B223-0AF4550D34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3081" y="2369136"/>
                  <a:ext cx="881033" cy="278794"/>
                </a:xfrm>
                <a:prstGeom prst="rect">
                  <a:avLst/>
                </a:prstGeom>
                <a:blipFill>
                  <a:blip r:embed="rId8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EF7BEF7-EF4F-ECD0-14E8-1EA1FC2146DB}"/>
              </a:ext>
            </a:extLst>
          </p:cNvPr>
          <p:cNvGrpSpPr/>
          <p:nvPr/>
        </p:nvGrpSpPr>
        <p:grpSpPr>
          <a:xfrm>
            <a:off x="6438305" y="3372603"/>
            <a:ext cx="881033" cy="714703"/>
            <a:chOff x="6628964" y="3372603"/>
            <a:chExt cx="881033" cy="71470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206D4FD-112D-4806-4735-5A7A0577C8D3}"/>
                </a:ext>
              </a:extLst>
            </p:cNvPr>
            <p:cNvSpPr/>
            <p:nvPr/>
          </p:nvSpPr>
          <p:spPr>
            <a:xfrm>
              <a:off x="6712129" y="3372603"/>
              <a:ext cx="714703" cy="71470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E62E185-657D-5395-0F11-090028E4E37F}"/>
                    </a:ext>
                  </a:extLst>
                </p:cNvPr>
                <p:cNvSpPr txBox="1"/>
                <p:nvPr/>
              </p:nvSpPr>
              <p:spPr>
                <a:xfrm>
                  <a:off x="6628964" y="3590557"/>
                  <a:ext cx="881033" cy="2787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sup>
                        </m:sSub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E62E185-657D-5395-0F11-090028E4E3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8964" y="3590557"/>
                  <a:ext cx="881033" cy="278794"/>
                </a:xfrm>
                <a:prstGeom prst="rect">
                  <a:avLst/>
                </a:prstGeom>
                <a:blipFill>
                  <a:blip r:embed="rId9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BF7160A-840C-D6BD-342D-493393FAD5E3}"/>
                  </a:ext>
                </a:extLst>
              </p:cNvPr>
              <p:cNvSpPr txBox="1"/>
              <p:nvPr/>
            </p:nvSpPr>
            <p:spPr>
              <a:xfrm>
                <a:off x="7602134" y="1224002"/>
                <a:ext cx="881033" cy="2866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BF7160A-840C-D6BD-342D-493393FAD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134" y="1224002"/>
                <a:ext cx="881033" cy="286617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784E91A-D157-D1AC-7028-1698BD592E89}"/>
                  </a:ext>
                </a:extLst>
              </p:cNvPr>
              <p:cNvSpPr txBox="1"/>
              <p:nvPr/>
            </p:nvSpPr>
            <p:spPr>
              <a:xfrm>
                <a:off x="7602134" y="3442156"/>
                <a:ext cx="881033" cy="2866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784E91A-D157-D1AC-7028-1698BD592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134" y="3442156"/>
                <a:ext cx="881033" cy="286617"/>
              </a:xfrm>
              <a:prstGeom prst="rect">
                <a:avLst/>
              </a:prstGeom>
              <a:blipFill>
                <a:blip r:embed="rId11"/>
                <a:stretch>
                  <a:fillRect t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852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8C8AD38-D2A5-6AF9-58E0-6AE914EF2F92}"/>
              </a:ext>
            </a:extLst>
          </p:cNvPr>
          <p:cNvGrpSpPr/>
          <p:nvPr/>
        </p:nvGrpSpPr>
        <p:grpSpPr>
          <a:xfrm>
            <a:off x="3780810" y="2476306"/>
            <a:ext cx="467089" cy="467089"/>
            <a:chOff x="2773199" y="2473483"/>
            <a:chExt cx="467089" cy="4670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E894DBC-1B77-7C2E-F754-18FF9A04F344}"/>
                    </a:ext>
                  </a:extLst>
                </p:cNvPr>
                <p:cNvSpPr txBox="1"/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E894DBC-1B77-7C2E-F754-18FF9A04F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blipFill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E44F001-0629-C4ED-8481-4FAA454A82EE}"/>
                </a:ext>
              </a:extLst>
            </p:cNvPr>
            <p:cNvSpPr/>
            <p:nvPr/>
          </p:nvSpPr>
          <p:spPr>
            <a:xfrm>
              <a:off x="2773199" y="2473483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AD7A879-C885-50D3-CA65-A8BB011DF2B3}"/>
              </a:ext>
            </a:extLst>
          </p:cNvPr>
          <p:cNvGrpSpPr/>
          <p:nvPr/>
        </p:nvGrpSpPr>
        <p:grpSpPr>
          <a:xfrm>
            <a:off x="2555145" y="2476306"/>
            <a:ext cx="467089" cy="467089"/>
            <a:chOff x="457303" y="2483000"/>
            <a:chExt cx="467089" cy="4670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002E2FC2-E626-5DCE-ABF8-A9713EBBC10F}"/>
                    </a:ext>
                  </a:extLst>
                </p:cNvPr>
                <p:cNvSpPr txBox="1"/>
                <p:nvPr/>
              </p:nvSpPr>
              <p:spPr>
                <a:xfrm>
                  <a:off x="518048" y="2572783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002E2FC2-E626-5DCE-ABF8-A9713EBBC1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048" y="2572783"/>
                  <a:ext cx="345598" cy="246221"/>
                </a:xfrm>
                <a:prstGeom prst="rect">
                  <a:avLst/>
                </a:prstGeom>
                <a:blipFill>
                  <a:blip r:embed="rId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A260C28-5BF4-CA54-049B-9D63A5944678}"/>
                </a:ext>
              </a:extLst>
            </p:cNvPr>
            <p:cNvSpPr/>
            <p:nvPr/>
          </p:nvSpPr>
          <p:spPr>
            <a:xfrm>
              <a:off x="457303" y="2483000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3D6533CE-FE18-74D4-45D2-C72A7A3AB8E7}"/>
              </a:ext>
            </a:extLst>
          </p:cNvPr>
          <p:cNvSpPr/>
          <p:nvPr/>
        </p:nvSpPr>
        <p:spPr>
          <a:xfrm>
            <a:off x="8683468" y="2523266"/>
            <a:ext cx="388375" cy="3883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1BFB266-7D65-27D9-5CA9-F66DE2207111}"/>
              </a:ext>
            </a:extLst>
          </p:cNvPr>
          <p:cNvGrpSpPr/>
          <p:nvPr/>
        </p:nvGrpSpPr>
        <p:grpSpPr>
          <a:xfrm>
            <a:off x="3114973" y="2266282"/>
            <a:ext cx="573098" cy="444058"/>
            <a:chOff x="982077" y="2266282"/>
            <a:chExt cx="573098" cy="444058"/>
          </a:xfrm>
        </p:grpSpPr>
        <p:cxnSp>
          <p:nvCxnSpPr>
            <p:cNvPr id="46" name="Elbow Connector 45">
              <a:extLst>
                <a:ext uri="{FF2B5EF4-FFF2-40B4-BE49-F238E27FC236}">
                  <a16:creationId xmlns:a16="http://schemas.microsoft.com/office/drawing/2014/main" id="{35484D0B-D090-9530-9825-41E9C9EB0C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734" y="2709361"/>
              <a:ext cx="557784" cy="979"/>
            </a:xfrm>
            <a:prstGeom prst="bentConnector3">
              <a:avLst/>
            </a:prstGeom>
            <a:ln w="127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FE00202-45F1-BA68-3E02-CEC21BF8199A}"/>
                </a:ext>
              </a:extLst>
            </p:cNvPr>
            <p:cNvGrpSpPr/>
            <p:nvPr/>
          </p:nvGrpSpPr>
          <p:grpSpPr>
            <a:xfrm>
              <a:off x="982077" y="2266282"/>
              <a:ext cx="573098" cy="415282"/>
              <a:chOff x="965884" y="2266282"/>
              <a:chExt cx="573098" cy="4152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31FB5392-D5B1-9D45-4C59-AC5DC19468A0}"/>
                      </a:ext>
                    </a:extLst>
                  </p:cNvPr>
                  <p:cNvSpPr txBox="1"/>
                  <p:nvPr/>
                </p:nvSpPr>
                <p:spPr>
                  <a:xfrm>
                    <a:off x="1079634" y="2266282"/>
                    <a:ext cx="345598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31FB5392-D5B1-9D45-4C59-AC5DC19468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9634" y="2266282"/>
                    <a:ext cx="345598" cy="24622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CC40C7B5-3C2E-AB76-7508-29FCCB5A25FE}"/>
                      </a:ext>
                    </a:extLst>
                  </p:cNvPr>
                  <p:cNvSpPr txBox="1"/>
                  <p:nvPr/>
                </p:nvSpPr>
                <p:spPr>
                  <a:xfrm>
                    <a:off x="965884" y="2527676"/>
                    <a:ext cx="57309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oMath>
                      </m:oMathPara>
                    </a14:m>
                    <a:endParaRPr lang="en-US" sz="1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CC40C7B5-3C2E-AB76-7508-29FCCB5A25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5884" y="2527676"/>
                    <a:ext cx="573098" cy="15388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71CB4F1-2C1B-1DD0-08CF-3BAAC6587FE8}"/>
              </a:ext>
            </a:extLst>
          </p:cNvPr>
          <p:cNvGrpSpPr/>
          <p:nvPr/>
        </p:nvGrpSpPr>
        <p:grpSpPr>
          <a:xfrm>
            <a:off x="5006475" y="2475326"/>
            <a:ext cx="467089" cy="467089"/>
            <a:chOff x="2773199" y="2473483"/>
            <a:chExt cx="467089" cy="4670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5F42C897-AE46-2F04-28F6-B806C8FB3850}"/>
                    </a:ext>
                  </a:extLst>
                </p:cNvPr>
                <p:cNvSpPr txBox="1"/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5F42C897-AE46-2F04-28F6-B806C8FB38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blipFill>
                  <a:blip r:embed="rId7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45F39D1E-9A08-D8D2-AAFB-7554A8446F2A}"/>
                </a:ext>
              </a:extLst>
            </p:cNvPr>
            <p:cNvSpPr/>
            <p:nvPr/>
          </p:nvSpPr>
          <p:spPr>
            <a:xfrm>
              <a:off x="2773199" y="2473483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F4081F1-3D18-5DA6-8597-1CBE0F8B5002}"/>
              </a:ext>
            </a:extLst>
          </p:cNvPr>
          <p:cNvGrpSpPr/>
          <p:nvPr/>
        </p:nvGrpSpPr>
        <p:grpSpPr>
          <a:xfrm>
            <a:off x="6232140" y="2473856"/>
            <a:ext cx="467089" cy="467089"/>
            <a:chOff x="2773199" y="2473483"/>
            <a:chExt cx="467089" cy="4670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2A0DDC4-9A95-7312-F0A2-15A46D2BCD9F}"/>
                    </a:ext>
                  </a:extLst>
                </p:cNvPr>
                <p:cNvSpPr txBox="1"/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2A0DDC4-9A95-7312-F0A2-15A46D2BCD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blipFill>
                  <a:blip r:embed="rId8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16FD324-FA98-F4E1-B9E4-16CCA7620F44}"/>
                </a:ext>
              </a:extLst>
            </p:cNvPr>
            <p:cNvSpPr/>
            <p:nvPr/>
          </p:nvSpPr>
          <p:spPr>
            <a:xfrm>
              <a:off x="2773199" y="2473483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5574717-4B15-E195-944A-A960DA8BBF40}"/>
              </a:ext>
            </a:extLst>
          </p:cNvPr>
          <p:cNvGrpSpPr/>
          <p:nvPr/>
        </p:nvGrpSpPr>
        <p:grpSpPr>
          <a:xfrm>
            <a:off x="7457805" y="2473366"/>
            <a:ext cx="467089" cy="467089"/>
            <a:chOff x="2773199" y="2473483"/>
            <a:chExt cx="467089" cy="4670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531A7302-E8A7-64DC-0378-4C7C10F47420}"/>
                    </a:ext>
                  </a:extLst>
                </p:cNvPr>
                <p:cNvSpPr txBox="1"/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531A7302-E8A7-64DC-0378-4C7C10F47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3944" y="2563266"/>
                  <a:ext cx="345598" cy="246221"/>
                </a:xfrm>
                <a:prstGeom prst="rect">
                  <a:avLst/>
                </a:prstGeom>
                <a:blipFill>
                  <a:blip r:embed="rId9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0C04942-0862-719B-CEAA-483AB17CD085}"/>
                </a:ext>
              </a:extLst>
            </p:cNvPr>
            <p:cNvSpPr/>
            <p:nvPr/>
          </p:nvSpPr>
          <p:spPr>
            <a:xfrm>
              <a:off x="2773199" y="2473483"/>
              <a:ext cx="467089" cy="4670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931761A-7088-6210-B134-18885751BAA4}"/>
              </a:ext>
            </a:extLst>
          </p:cNvPr>
          <p:cNvGrpSpPr/>
          <p:nvPr/>
        </p:nvGrpSpPr>
        <p:grpSpPr>
          <a:xfrm>
            <a:off x="4340638" y="2265302"/>
            <a:ext cx="573098" cy="642715"/>
            <a:chOff x="2126915" y="2265302"/>
            <a:chExt cx="573098" cy="642715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78D1034-6B97-3D3D-E3D2-4F0140BF132B}"/>
                </a:ext>
              </a:extLst>
            </p:cNvPr>
            <p:cNvGrpSpPr/>
            <p:nvPr/>
          </p:nvGrpSpPr>
          <p:grpSpPr>
            <a:xfrm>
              <a:off x="2126915" y="2265302"/>
              <a:ext cx="573098" cy="444058"/>
              <a:chOff x="982077" y="2266282"/>
              <a:chExt cx="573098" cy="444058"/>
            </a:xfrm>
          </p:grpSpPr>
          <p:cxnSp>
            <p:nvCxnSpPr>
              <p:cNvPr id="89" name="Elbow Connector 88">
                <a:extLst>
                  <a:ext uri="{FF2B5EF4-FFF2-40B4-BE49-F238E27FC236}">
                    <a16:creationId xmlns:a16="http://schemas.microsoft.com/office/drawing/2014/main" id="{6BB12381-DC93-4BBD-8C5E-C06F511E3D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9734" y="2709361"/>
                <a:ext cx="557784" cy="979"/>
              </a:xfrm>
              <a:prstGeom prst="bentConnector3">
                <a:avLst/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D471F54D-708E-EF26-EAA9-00ABEB235806}"/>
                  </a:ext>
                </a:extLst>
              </p:cNvPr>
              <p:cNvGrpSpPr/>
              <p:nvPr/>
            </p:nvGrpSpPr>
            <p:grpSpPr>
              <a:xfrm>
                <a:off x="982077" y="2266282"/>
                <a:ext cx="573098" cy="415282"/>
                <a:chOff x="965884" y="2266282"/>
                <a:chExt cx="573098" cy="41528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1" name="TextBox 90">
                      <a:extLst>
                        <a:ext uri="{FF2B5EF4-FFF2-40B4-BE49-F238E27FC236}">
                          <a16:creationId xmlns:a16="http://schemas.microsoft.com/office/drawing/2014/main" id="{1518263E-AC10-B84F-3251-465040807D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9634" y="2266282"/>
                      <a:ext cx="345598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91" name="TextBox 90">
                      <a:extLst>
                        <a:ext uri="{FF2B5EF4-FFF2-40B4-BE49-F238E27FC236}">
                          <a16:creationId xmlns:a16="http://schemas.microsoft.com/office/drawing/2014/main" id="{1518263E-AC10-B84F-3251-465040807D4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9634" y="2266282"/>
                      <a:ext cx="345598" cy="246221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1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2" name="TextBox 91">
                      <a:extLst>
                        <a:ext uri="{FF2B5EF4-FFF2-40B4-BE49-F238E27FC236}">
                          <a16:creationId xmlns:a16="http://schemas.microsoft.com/office/drawing/2014/main" id="{48EE33C2-AAEC-1F59-993C-6B573EA63B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5884" y="2527676"/>
                      <a:ext cx="573098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=5</m:t>
                            </m:r>
                          </m:oMath>
                        </m:oMathPara>
                      </a14:m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2" name="TextBox 91">
                      <a:extLst>
                        <a:ext uri="{FF2B5EF4-FFF2-40B4-BE49-F238E27FC236}">
                          <a16:creationId xmlns:a16="http://schemas.microsoft.com/office/drawing/2014/main" id="{48EE33C2-AAEC-1F59-993C-6B573EA63B2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5884" y="2527676"/>
                      <a:ext cx="573098" cy="15388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6D00C003-D06E-3A1D-6D61-B7E67DAB44E0}"/>
                    </a:ext>
                  </a:extLst>
                </p:cNvPr>
                <p:cNvSpPr txBox="1"/>
                <p:nvPr/>
              </p:nvSpPr>
              <p:spPr>
                <a:xfrm>
                  <a:off x="2126915" y="2754129"/>
                  <a:ext cx="57309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=0.9</m:t>
                        </m:r>
                      </m:oMath>
                    </m:oMathPara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6D00C003-D06E-3A1D-6D61-B7E67DAB44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6915" y="2754129"/>
                  <a:ext cx="573098" cy="153888"/>
                </a:xfrm>
                <a:prstGeom prst="rect">
                  <a:avLst/>
                </a:prstGeom>
                <a:blipFill>
                  <a:blip r:embed="rId12"/>
                  <a:stretch>
                    <a:fillRect b="-2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595F3D0-BC10-7653-F19F-3EA71AABB17D}"/>
              </a:ext>
            </a:extLst>
          </p:cNvPr>
          <p:cNvGrpSpPr/>
          <p:nvPr/>
        </p:nvGrpSpPr>
        <p:grpSpPr>
          <a:xfrm>
            <a:off x="5566303" y="2263832"/>
            <a:ext cx="573098" cy="644185"/>
            <a:chOff x="3285757" y="2263832"/>
            <a:chExt cx="573098" cy="644185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1CC56342-AD9A-1CE0-D239-2293723C1EC5}"/>
                </a:ext>
              </a:extLst>
            </p:cNvPr>
            <p:cNvGrpSpPr/>
            <p:nvPr/>
          </p:nvGrpSpPr>
          <p:grpSpPr>
            <a:xfrm>
              <a:off x="3285757" y="2263832"/>
              <a:ext cx="573098" cy="444058"/>
              <a:chOff x="982077" y="2266282"/>
              <a:chExt cx="573098" cy="444058"/>
            </a:xfrm>
          </p:grpSpPr>
          <p:cxnSp>
            <p:nvCxnSpPr>
              <p:cNvPr id="100" name="Elbow Connector 99">
                <a:extLst>
                  <a:ext uri="{FF2B5EF4-FFF2-40B4-BE49-F238E27FC236}">
                    <a16:creationId xmlns:a16="http://schemas.microsoft.com/office/drawing/2014/main" id="{29F025C7-C0E2-0A06-96B5-50053C9110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9734" y="2709361"/>
                <a:ext cx="557784" cy="979"/>
              </a:xfrm>
              <a:prstGeom prst="bentConnector3">
                <a:avLst/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00DDBAE3-06BF-B4DC-F265-9A090E2D7DA3}"/>
                  </a:ext>
                </a:extLst>
              </p:cNvPr>
              <p:cNvGrpSpPr/>
              <p:nvPr/>
            </p:nvGrpSpPr>
            <p:grpSpPr>
              <a:xfrm>
                <a:off x="982077" y="2266282"/>
                <a:ext cx="573098" cy="415282"/>
                <a:chOff x="965884" y="2266282"/>
                <a:chExt cx="573098" cy="41528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71504F4F-D553-5388-1DDD-EF61D42BCF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9634" y="2266282"/>
                      <a:ext cx="345598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71504F4F-D553-5388-1DDD-EF61D42BCF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9634" y="2266282"/>
                      <a:ext cx="345598" cy="246221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1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8B1FB82A-F624-FA1B-1BCD-1A86FE4C2B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5884" y="2527676"/>
                      <a:ext cx="573098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=3</m:t>
                            </m:r>
                          </m:oMath>
                        </m:oMathPara>
                      </a14:m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4" name="TextBox 103">
                      <a:extLst>
                        <a:ext uri="{FF2B5EF4-FFF2-40B4-BE49-F238E27FC236}">
                          <a16:creationId xmlns:a16="http://schemas.microsoft.com/office/drawing/2014/main" id="{8B1FB82A-F624-FA1B-1BCD-1A86FE4C2B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5884" y="2527676"/>
                      <a:ext cx="573098" cy="1538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b="-769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71DA1C33-4C56-2DB1-C4F9-6CF9856E4DEB}"/>
                    </a:ext>
                  </a:extLst>
                </p:cNvPr>
                <p:cNvSpPr txBox="1"/>
                <p:nvPr/>
              </p:nvSpPr>
              <p:spPr>
                <a:xfrm>
                  <a:off x="3285757" y="2754129"/>
                  <a:ext cx="57309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=0.81</m:t>
                        </m:r>
                      </m:oMath>
                    </m:oMathPara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71DA1C33-4C56-2DB1-C4F9-6CF9856E4D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5757" y="2754129"/>
                  <a:ext cx="573098" cy="153888"/>
                </a:xfrm>
                <a:prstGeom prst="rect">
                  <a:avLst/>
                </a:prstGeom>
                <a:blipFill>
                  <a:blip r:embed="rId15"/>
                  <a:stretch>
                    <a:fillRect l="-6383" t="-7692" r="-2128" b="-2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FD82653-4470-1420-C9A5-AE65410F73BB}"/>
              </a:ext>
            </a:extLst>
          </p:cNvPr>
          <p:cNvGrpSpPr/>
          <p:nvPr/>
        </p:nvGrpSpPr>
        <p:grpSpPr>
          <a:xfrm>
            <a:off x="6791968" y="2263342"/>
            <a:ext cx="573098" cy="644675"/>
            <a:chOff x="4431505" y="2263342"/>
            <a:chExt cx="573098" cy="644675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1D16DB8C-65CB-67B5-70D1-AA2DB49E2795}"/>
                </a:ext>
              </a:extLst>
            </p:cNvPr>
            <p:cNvGrpSpPr/>
            <p:nvPr/>
          </p:nvGrpSpPr>
          <p:grpSpPr>
            <a:xfrm>
              <a:off x="4431505" y="2263342"/>
              <a:ext cx="573098" cy="444058"/>
              <a:chOff x="982077" y="2266282"/>
              <a:chExt cx="573098" cy="444058"/>
            </a:xfrm>
          </p:grpSpPr>
          <p:cxnSp>
            <p:nvCxnSpPr>
              <p:cNvPr id="112" name="Elbow Connector 111">
                <a:extLst>
                  <a:ext uri="{FF2B5EF4-FFF2-40B4-BE49-F238E27FC236}">
                    <a16:creationId xmlns:a16="http://schemas.microsoft.com/office/drawing/2014/main" id="{721723B9-FD98-691A-B7E3-707EC71FCF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9734" y="2709361"/>
                <a:ext cx="557784" cy="979"/>
              </a:xfrm>
              <a:prstGeom prst="bentConnector3">
                <a:avLst/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CE431F97-DF1E-0B25-DE8B-57AD1F291736}"/>
                  </a:ext>
                </a:extLst>
              </p:cNvPr>
              <p:cNvGrpSpPr/>
              <p:nvPr/>
            </p:nvGrpSpPr>
            <p:grpSpPr>
              <a:xfrm>
                <a:off x="982077" y="2266282"/>
                <a:ext cx="573098" cy="415282"/>
                <a:chOff x="965884" y="2266282"/>
                <a:chExt cx="573098" cy="41528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BA1479EE-725D-ACD1-E488-40819AB434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9634" y="2266282"/>
                      <a:ext cx="345598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BA1479EE-725D-ACD1-E488-40819AB434A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9634" y="2266282"/>
                      <a:ext cx="345598" cy="246221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b="-1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14E909C7-EBBB-4A43-DF6D-A5FEBB10AD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5884" y="2527676"/>
                      <a:ext cx="573098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14E909C7-EBBB-4A43-DF6D-A5FEBB10ADE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5884" y="2527676"/>
                      <a:ext cx="573098" cy="153888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b="-769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DE8E0A9F-0477-7705-1A12-7C40FABD4A59}"/>
                    </a:ext>
                  </a:extLst>
                </p:cNvPr>
                <p:cNvSpPr txBox="1"/>
                <p:nvPr/>
              </p:nvSpPr>
              <p:spPr>
                <a:xfrm>
                  <a:off x="4431505" y="2754129"/>
                  <a:ext cx="57309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=0.73</m:t>
                        </m:r>
                      </m:oMath>
                    </m:oMathPara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DE8E0A9F-0477-7705-1A12-7C40FABD4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05" y="2754129"/>
                  <a:ext cx="573098" cy="153888"/>
                </a:xfrm>
                <a:prstGeom prst="rect">
                  <a:avLst/>
                </a:prstGeom>
                <a:blipFill>
                  <a:blip r:embed="rId18"/>
                  <a:stretch>
                    <a:fillRect l="-6522" t="-7692" r="-2174" b="-2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33C97E5-883A-24F9-20D1-E1E7DFA89821}"/>
              </a:ext>
            </a:extLst>
          </p:cNvPr>
          <p:cNvGrpSpPr/>
          <p:nvPr/>
        </p:nvGrpSpPr>
        <p:grpSpPr>
          <a:xfrm>
            <a:off x="8017633" y="2261872"/>
            <a:ext cx="573098" cy="646145"/>
            <a:chOff x="5581082" y="2261872"/>
            <a:chExt cx="573098" cy="646145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AF0A5D81-488F-F5ED-B481-640C95E14EBC}"/>
                </a:ext>
              </a:extLst>
            </p:cNvPr>
            <p:cNvGrpSpPr/>
            <p:nvPr/>
          </p:nvGrpSpPr>
          <p:grpSpPr>
            <a:xfrm>
              <a:off x="5581082" y="2261872"/>
              <a:ext cx="573098" cy="444058"/>
              <a:chOff x="982077" y="2266282"/>
              <a:chExt cx="573098" cy="444058"/>
            </a:xfrm>
          </p:grpSpPr>
          <p:cxnSp>
            <p:nvCxnSpPr>
              <p:cNvPr id="120" name="Elbow Connector 119">
                <a:extLst>
                  <a:ext uri="{FF2B5EF4-FFF2-40B4-BE49-F238E27FC236}">
                    <a16:creationId xmlns:a16="http://schemas.microsoft.com/office/drawing/2014/main" id="{D84B0E1F-CA7E-04DA-3F89-22569FF106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9734" y="2709361"/>
                <a:ext cx="557784" cy="979"/>
              </a:xfrm>
              <a:prstGeom prst="bentConnector3">
                <a:avLst/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791E3500-3328-3D87-C5A7-5B619CAD119D}"/>
                  </a:ext>
                </a:extLst>
              </p:cNvPr>
              <p:cNvGrpSpPr/>
              <p:nvPr/>
            </p:nvGrpSpPr>
            <p:grpSpPr>
              <a:xfrm>
                <a:off x="982077" y="2266282"/>
                <a:ext cx="573098" cy="415282"/>
                <a:chOff x="965884" y="2266282"/>
                <a:chExt cx="573098" cy="41528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2" name="TextBox 121">
                      <a:extLst>
                        <a:ext uri="{FF2B5EF4-FFF2-40B4-BE49-F238E27FC236}">
                          <a16:creationId xmlns:a16="http://schemas.microsoft.com/office/drawing/2014/main" id="{0A52CD3D-801E-DCFA-B5AE-CF19E9A74A7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9634" y="2266282"/>
                      <a:ext cx="345598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122" name="TextBox 121">
                      <a:extLst>
                        <a:ext uri="{FF2B5EF4-FFF2-40B4-BE49-F238E27FC236}">
                          <a16:creationId xmlns:a16="http://schemas.microsoft.com/office/drawing/2014/main" id="{0A52CD3D-801E-DCFA-B5AE-CF19E9A74A7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9634" y="2266282"/>
                      <a:ext cx="345598" cy="246221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b="-15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A926190B-0E54-FF59-008A-DB0F556ACE8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65884" y="2527676"/>
                      <a:ext cx="573098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=3</m:t>
                            </m:r>
                          </m:oMath>
                        </m:oMathPara>
                      </a14:m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3" name="TextBox 122">
                      <a:extLst>
                        <a:ext uri="{FF2B5EF4-FFF2-40B4-BE49-F238E27FC236}">
                          <a16:creationId xmlns:a16="http://schemas.microsoft.com/office/drawing/2014/main" id="{A926190B-0E54-FF59-008A-DB0F556ACE8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65884" y="2527676"/>
                      <a:ext cx="573098" cy="1538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b="-769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6B384622-B8DD-30C7-AF08-6D1B235EE060}"/>
                    </a:ext>
                  </a:extLst>
                </p:cNvPr>
                <p:cNvSpPr txBox="1"/>
                <p:nvPr/>
              </p:nvSpPr>
              <p:spPr>
                <a:xfrm>
                  <a:off x="5581082" y="2754129"/>
                  <a:ext cx="57309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=0.66</m:t>
                        </m:r>
                      </m:oMath>
                    </m:oMathPara>
                  </a14:m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6B384622-B8DD-30C7-AF08-6D1B235EE0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1082" y="2754129"/>
                  <a:ext cx="573098" cy="153888"/>
                </a:xfrm>
                <a:prstGeom prst="rect">
                  <a:avLst/>
                </a:prstGeom>
                <a:blipFill>
                  <a:blip r:embed="rId20"/>
                  <a:stretch>
                    <a:fillRect l="-6383" t="-7692" r="-2128" b="-2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46368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38361EC9-FB91-A4DB-FFE1-49D02C156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098"/>
            <a:ext cx="5842000" cy="43815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3ACE40-9391-3F00-AD77-13FEF7EFB1C2}"/>
              </a:ext>
            </a:extLst>
          </p:cNvPr>
          <p:cNvCxnSpPr>
            <a:cxnSpLocks/>
          </p:cNvCxnSpPr>
          <p:nvPr/>
        </p:nvCxnSpPr>
        <p:spPr>
          <a:xfrm>
            <a:off x="6096000" y="1644280"/>
            <a:ext cx="0" cy="3467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66DD149E-E7E4-D28C-93EA-4A7F058EC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187098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85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E6824-6677-D8B1-8388-454FD3084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 showing the results of a television show&#10;&#10;Description automatically generated with medium confidence">
            <a:extLst>
              <a:ext uri="{FF2B5EF4-FFF2-40B4-BE49-F238E27FC236}">
                <a16:creationId xmlns:a16="http://schemas.microsoft.com/office/drawing/2014/main" id="{2B8B95D5-8EBD-9CF1-84BA-252A1CBEE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1179576"/>
            <a:ext cx="5979269" cy="45079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120892-B541-F71F-CD70-05ACD25F7239}"/>
              </a:ext>
            </a:extLst>
          </p:cNvPr>
          <p:cNvSpPr txBox="1"/>
          <p:nvPr/>
        </p:nvSpPr>
        <p:spPr>
          <a:xfrm>
            <a:off x="8889356" y="1877465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SARSA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1EC1A-A7F7-49A3-0E3B-E6E1E6A1A903}"/>
              </a:ext>
            </a:extLst>
          </p:cNvPr>
          <p:cNvSpPr txBox="1"/>
          <p:nvPr/>
        </p:nvSpPr>
        <p:spPr>
          <a:xfrm>
            <a:off x="8761116" y="3452059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8599A1-E43D-3F5B-CA5F-A1491EFBC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122842"/>
              </p:ext>
            </p:extLst>
          </p:nvPr>
        </p:nvGraphicFramePr>
        <p:xfrm>
          <a:off x="110999" y="2074916"/>
          <a:ext cx="5907468" cy="14813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2289">
                  <a:extLst>
                    <a:ext uri="{9D8B030D-6E8A-4147-A177-3AD203B41FA5}">
                      <a16:colId xmlns:a16="http://schemas.microsoft.com/office/drawing/2014/main" val="1712678177"/>
                    </a:ext>
                  </a:extLst>
                </a:gridCol>
                <a:gridCol w="492289">
                  <a:extLst>
                    <a:ext uri="{9D8B030D-6E8A-4147-A177-3AD203B41FA5}">
                      <a16:colId xmlns:a16="http://schemas.microsoft.com/office/drawing/2014/main" val="1439336333"/>
                    </a:ext>
                  </a:extLst>
                </a:gridCol>
                <a:gridCol w="492289">
                  <a:extLst>
                    <a:ext uri="{9D8B030D-6E8A-4147-A177-3AD203B41FA5}">
                      <a16:colId xmlns:a16="http://schemas.microsoft.com/office/drawing/2014/main" val="3015767424"/>
                    </a:ext>
                  </a:extLst>
                </a:gridCol>
                <a:gridCol w="492289">
                  <a:extLst>
                    <a:ext uri="{9D8B030D-6E8A-4147-A177-3AD203B41FA5}">
                      <a16:colId xmlns:a16="http://schemas.microsoft.com/office/drawing/2014/main" val="1474494428"/>
                    </a:ext>
                  </a:extLst>
                </a:gridCol>
                <a:gridCol w="492289">
                  <a:extLst>
                    <a:ext uri="{9D8B030D-6E8A-4147-A177-3AD203B41FA5}">
                      <a16:colId xmlns:a16="http://schemas.microsoft.com/office/drawing/2014/main" val="1230698272"/>
                    </a:ext>
                  </a:extLst>
                </a:gridCol>
                <a:gridCol w="492289">
                  <a:extLst>
                    <a:ext uri="{9D8B030D-6E8A-4147-A177-3AD203B41FA5}">
                      <a16:colId xmlns:a16="http://schemas.microsoft.com/office/drawing/2014/main" val="3107222618"/>
                    </a:ext>
                  </a:extLst>
                </a:gridCol>
                <a:gridCol w="492289">
                  <a:extLst>
                    <a:ext uri="{9D8B030D-6E8A-4147-A177-3AD203B41FA5}">
                      <a16:colId xmlns:a16="http://schemas.microsoft.com/office/drawing/2014/main" val="3978136796"/>
                    </a:ext>
                  </a:extLst>
                </a:gridCol>
                <a:gridCol w="492289">
                  <a:extLst>
                    <a:ext uri="{9D8B030D-6E8A-4147-A177-3AD203B41FA5}">
                      <a16:colId xmlns:a16="http://schemas.microsoft.com/office/drawing/2014/main" val="577840978"/>
                    </a:ext>
                  </a:extLst>
                </a:gridCol>
                <a:gridCol w="492289">
                  <a:extLst>
                    <a:ext uri="{9D8B030D-6E8A-4147-A177-3AD203B41FA5}">
                      <a16:colId xmlns:a16="http://schemas.microsoft.com/office/drawing/2014/main" val="62583116"/>
                    </a:ext>
                  </a:extLst>
                </a:gridCol>
                <a:gridCol w="492289">
                  <a:extLst>
                    <a:ext uri="{9D8B030D-6E8A-4147-A177-3AD203B41FA5}">
                      <a16:colId xmlns:a16="http://schemas.microsoft.com/office/drawing/2014/main" val="1925900990"/>
                    </a:ext>
                  </a:extLst>
                </a:gridCol>
                <a:gridCol w="492289">
                  <a:extLst>
                    <a:ext uri="{9D8B030D-6E8A-4147-A177-3AD203B41FA5}">
                      <a16:colId xmlns:a16="http://schemas.microsoft.com/office/drawing/2014/main" val="2709914479"/>
                    </a:ext>
                  </a:extLst>
                </a:gridCol>
                <a:gridCol w="492289">
                  <a:extLst>
                    <a:ext uri="{9D8B030D-6E8A-4147-A177-3AD203B41FA5}">
                      <a16:colId xmlns:a16="http://schemas.microsoft.com/office/drawing/2014/main" val="3754452421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54183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79605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8585217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Cliff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2915603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C76DEC-B304-EF6F-6D1B-492E4B84EF6C}"/>
                  </a:ext>
                </a:extLst>
              </p:cNvPr>
              <p:cNvSpPr txBox="1"/>
              <p:nvPr/>
            </p:nvSpPr>
            <p:spPr>
              <a:xfrm>
                <a:off x="220733" y="3194166"/>
                <a:ext cx="2619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C76DEC-B304-EF6F-6D1B-492E4B84E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33" y="3194166"/>
                <a:ext cx="261995" cy="276999"/>
              </a:xfrm>
              <a:prstGeom prst="rect">
                <a:avLst/>
              </a:prstGeom>
              <a:blipFill>
                <a:blip r:embed="rId3"/>
                <a:stretch>
                  <a:fillRect l="-14286" r="-952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E7E467-1749-D3B8-047F-E28FCAB900D1}"/>
                  </a:ext>
                </a:extLst>
              </p:cNvPr>
              <p:cNvSpPr txBox="1"/>
              <p:nvPr/>
            </p:nvSpPr>
            <p:spPr>
              <a:xfrm>
                <a:off x="5643533" y="3194165"/>
                <a:ext cx="2821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E7E467-1749-D3B8-047F-E28FCAB90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533" y="3194165"/>
                <a:ext cx="282193" cy="276999"/>
              </a:xfrm>
              <a:prstGeom prst="rect">
                <a:avLst/>
              </a:prstGeom>
              <a:blipFill>
                <a:blip r:embed="rId4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0A2A633A-9871-38D8-76AC-57C32480EFF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60898" y="393489"/>
            <a:ext cx="4465" cy="5656023"/>
          </a:xfrm>
          <a:prstGeom prst="bentConnector3">
            <a:avLst>
              <a:gd name="adj1" fmla="val 21763875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1E270104-FD2C-CEAA-AF1B-8C63255CEBD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60664" y="632220"/>
            <a:ext cx="4878" cy="5178146"/>
          </a:xfrm>
          <a:prstGeom prst="bentConnector3">
            <a:avLst>
              <a:gd name="adj1" fmla="val 478634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EB589B84-B045-1846-16D0-3BE1C2752674}"/>
              </a:ext>
            </a:extLst>
          </p:cNvPr>
          <p:cNvCxnSpPr>
            <a:cxnSpLocks/>
          </p:cNvCxnSpPr>
          <p:nvPr/>
        </p:nvCxnSpPr>
        <p:spPr>
          <a:xfrm rot="5400000" flipH="1">
            <a:off x="679372" y="3340046"/>
            <a:ext cx="13062" cy="325856"/>
          </a:xfrm>
          <a:prstGeom prst="curvedConnector3">
            <a:avLst>
              <a:gd name="adj1" fmla="val -1750115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B97BBB4D-4986-F88A-5503-6488FE8F9FAB}"/>
              </a:ext>
            </a:extLst>
          </p:cNvPr>
          <p:cNvCxnSpPr>
            <a:cxnSpLocks/>
          </p:cNvCxnSpPr>
          <p:nvPr/>
        </p:nvCxnSpPr>
        <p:spPr>
          <a:xfrm rot="5400000" flipH="1">
            <a:off x="1578657" y="2268011"/>
            <a:ext cx="13062" cy="2469927"/>
          </a:xfrm>
          <a:prstGeom prst="curvedConnector3">
            <a:avLst>
              <a:gd name="adj1" fmla="val -3783601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urved Connector 64">
            <a:extLst>
              <a:ext uri="{FF2B5EF4-FFF2-40B4-BE49-F238E27FC236}">
                <a16:creationId xmlns:a16="http://schemas.microsoft.com/office/drawing/2014/main" id="{839A2980-8034-A457-A916-985FDC4463BC}"/>
              </a:ext>
            </a:extLst>
          </p:cNvPr>
          <p:cNvCxnSpPr>
            <a:cxnSpLocks/>
          </p:cNvCxnSpPr>
          <p:nvPr/>
        </p:nvCxnSpPr>
        <p:spPr>
          <a:xfrm rot="5400000" flipH="1">
            <a:off x="2722165" y="951751"/>
            <a:ext cx="13062" cy="5102446"/>
          </a:xfrm>
          <a:prstGeom prst="curvedConnector3">
            <a:avLst>
              <a:gd name="adj1" fmla="val -5517026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AC73BAD-59CD-159B-244D-0EA69D720F9B}"/>
              </a:ext>
            </a:extLst>
          </p:cNvPr>
          <p:cNvGrpSpPr/>
          <p:nvPr/>
        </p:nvGrpSpPr>
        <p:grpSpPr>
          <a:xfrm>
            <a:off x="1536846" y="1559301"/>
            <a:ext cx="3055774" cy="338554"/>
            <a:chOff x="1474602" y="1455116"/>
            <a:chExt cx="3055774" cy="338554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4CC3C580-AE0D-F378-6061-90069E55306F}"/>
                </a:ext>
              </a:extLst>
            </p:cNvPr>
            <p:cNvGrpSpPr/>
            <p:nvPr/>
          </p:nvGrpSpPr>
          <p:grpSpPr>
            <a:xfrm>
              <a:off x="1474602" y="1455116"/>
              <a:ext cx="1345917" cy="338554"/>
              <a:chOff x="1474602" y="1459971"/>
              <a:chExt cx="1345917" cy="338554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5A7BE34-86DA-8AD3-12FE-BC4E8A2CEC41}"/>
                  </a:ext>
                </a:extLst>
              </p:cNvPr>
              <p:cNvSpPr txBox="1"/>
              <p:nvPr/>
            </p:nvSpPr>
            <p:spPr>
              <a:xfrm>
                <a:off x="1784658" y="1459971"/>
                <a:ext cx="10358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Safer Path</a:t>
                </a:r>
              </a:p>
            </p:txBody>
          </p: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0C89583-82EB-7FF9-82DE-3EE996EC99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4602" y="1629248"/>
                <a:ext cx="36786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41C9AF5B-56CC-4516-526D-ACC9E0A51EC0}"/>
                </a:ext>
              </a:extLst>
            </p:cNvPr>
            <p:cNvGrpSpPr/>
            <p:nvPr/>
          </p:nvGrpSpPr>
          <p:grpSpPr>
            <a:xfrm>
              <a:off x="2944009" y="1455116"/>
              <a:ext cx="1586367" cy="338554"/>
              <a:chOff x="1474602" y="1459971"/>
              <a:chExt cx="1586367" cy="338554"/>
            </a:xfrm>
          </p:grpSpPr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BF34C6C-4000-3C1A-C1F9-3A78FC7F9337}"/>
                  </a:ext>
                </a:extLst>
              </p:cNvPr>
              <p:cNvSpPr txBox="1"/>
              <p:nvPr/>
            </p:nvSpPr>
            <p:spPr>
              <a:xfrm>
                <a:off x="1784658" y="1459971"/>
                <a:ext cx="127631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 Path</a:t>
                </a: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196BDC42-8AF3-454E-C9B3-576D91519F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4602" y="1629248"/>
                <a:ext cx="36786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02324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C779A-53B3-AE1F-675F-DBB013F1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a line&#10;&#10;Description automatically generated">
            <a:extLst>
              <a:ext uri="{FF2B5EF4-FFF2-40B4-BE49-F238E27FC236}">
                <a16:creationId xmlns:a16="http://schemas.microsoft.com/office/drawing/2014/main" id="{84433966-14D1-F6C7-04F3-FD034B4D3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4867E6-B944-4BDE-72C6-468B7333E9E6}"/>
                  </a:ext>
                </a:extLst>
              </p:cNvPr>
              <p:cNvSpPr txBox="1"/>
              <p:nvPr/>
            </p:nvSpPr>
            <p:spPr>
              <a:xfrm>
                <a:off x="8611297" y="1395484"/>
                <a:ext cx="2819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4867E6-B944-4BDE-72C6-468B7333E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1297" y="1395484"/>
                <a:ext cx="281937" cy="276999"/>
              </a:xfrm>
              <a:prstGeom prst="rect">
                <a:avLst/>
              </a:prstGeom>
              <a:blipFill>
                <a:blip r:embed="rId4"/>
                <a:stretch>
                  <a:fillRect l="-21739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0D5BBE-CAA4-FBC5-17CE-BCF55133AC05}"/>
                  </a:ext>
                </a:extLst>
              </p:cNvPr>
              <p:cNvSpPr txBox="1"/>
              <p:nvPr/>
            </p:nvSpPr>
            <p:spPr>
              <a:xfrm>
                <a:off x="8504153" y="3724702"/>
                <a:ext cx="4962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0D5BBE-CAA4-FBC5-17CE-BCF55133A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4153" y="3724702"/>
                <a:ext cx="496226" cy="276999"/>
              </a:xfrm>
              <a:prstGeom prst="rect">
                <a:avLst/>
              </a:prstGeom>
              <a:blipFill>
                <a:blip r:embed="rId5"/>
                <a:stretch>
                  <a:fillRect l="-10000" r="-250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E2C9F0-1E10-BD7D-94A7-C4FB52F09BF2}"/>
                  </a:ext>
                </a:extLst>
              </p:cNvPr>
              <p:cNvSpPr txBox="1"/>
              <p:nvPr/>
            </p:nvSpPr>
            <p:spPr>
              <a:xfrm>
                <a:off x="8611296" y="4991291"/>
                <a:ext cx="2819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E2C9F0-1E10-BD7D-94A7-C4FB52F09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1296" y="4991291"/>
                <a:ext cx="281937" cy="276999"/>
              </a:xfrm>
              <a:prstGeom prst="rect">
                <a:avLst/>
              </a:prstGeom>
              <a:blipFill>
                <a:blip r:embed="rId6"/>
                <a:stretch>
                  <a:fillRect l="-21739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2153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3AF56-0967-AE9A-92A3-10C1BA59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DBA8660-876B-54C0-E950-4E2B7781CB39}"/>
              </a:ext>
            </a:extLst>
          </p:cNvPr>
          <p:cNvGrpSpPr/>
          <p:nvPr/>
        </p:nvGrpSpPr>
        <p:grpSpPr>
          <a:xfrm>
            <a:off x="2478743" y="628793"/>
            <a:ext cx="7118812" cy="5474134"/>
            <a:chOff x="829557" y="506329"/>
            <a:chExt cx="7118812" cy="5474134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62F7DB6-96BA-3514-7523-3D0D7AABC3BD}"/>
                </a:ext>
              </a:extLst>
            </p:cNvPr>
            <p:cNvSpPr/>
            <p:nvPr/>
          </p:nvSpPr>
          <p:spPr>
            <a:xfrm>
              <a:off x="829557" y="1087952"/>
              <a:ext cx="4892511" cy="489251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C853BD2-85B1-E6C8-892E-1C1A8DC4D4D7}"/>
                </a:ext>
              </a:extLst>
            </p:cNvPr>
            <p:cNvSpPr/>
            <p:nvPr/>
          </p:nvSpPr>
          <p:spPr>
            <a:xfrm>
              <a:off x="3055858" y="1087952"/>
              <a:ext cx="4892511" cy="489251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10DAC5-B783-E25B-91A9-9595946AEC59}"/>
                </a:ext>
              </a:extLst>
            </p:cNvPr>
            <p:cNvSpPr txBox="1"/>
            <p:nvPr/>
          </p:nvSpPr>
          <p:spPr>
            <a:xfrm>
              <a:off x="1634443" y="506329"/>
              <a:ext cx="28428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Learn Value Function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3AB43F-A758-1E83-E7AA-C5088FA53381}"/>
                </a:ext>
              </a:extLst>
            </p:cNvPr>
            <p:cNvSpPr txBox="1"/>
            <p:nvPr/>
          </p:nvSpPr>
          <p:spPr>
            <a:xfrm>
              <a:off x="4840256" y="506329"/>
              <a:ext cx="17636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Learn Policy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A635F3E-DBA7-543F-C900-C0762A80BD68}"/>
                </a:ext>
              </a:extLst>
            </p:cNvPr>
            <p:cNvSpPr txBox="1"/>
            <p:nvPr/>
          </p:nvSpPr>
          <p:spPr>
            <a:xfrm>
              <a:off x="1030663" y="3124266"/>
              <a:ext cx="182408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Action-Value</a:t>
              </a:r>
            </a:p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49FC1C-18A1-521F-93AF-8837CEAE166F}"/>
                </a:ext>
              </a:extLst>
            </p:cNvPr>
            <p:cNvSpPr txBox="1"/>
            <p:nvPr/>
          </p:nvSpPr>
          <p:spPr>
            <a:xfrm>
              <a:off x="3522360" y="3124266"/>
              <a:ext cx="173797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Actor-Critic</a:t>
              </a:r>
            </a:p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8E95AF-DE38-D4C2-39F7-81497092E3F6}"/>
                </a:ext>
              </a:extLst>
            </p:cNvPr>
            <p:cNvSpPr txBox="1"/>
            <p:nvPr/>
          </p:nvSpPr>
          <p:spPr>
            <a:xfrm>
              <a:off x="5773870" y="3124266"/>
              <a:ext cx="212269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Policy Gradient</a:t>
              </a:r>
            </a:p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232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2374</TotalTime>
  <Words>416</Words>
  <Application>Microsoft Macintosh PowerPoint</Application>
  <PresentationFormat>Widescreen</PresentationFormat>
  <Paragraphs>229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Landers, Matthew Michael (qwp4pk)</dc:creator>
  <cp:lastModifiedBy>Landers, Matthew Michael (qwp4pk)</cp:lastModifiedBy>
  <cp:revision>167</cp:revision>
  <dcterms:created xsi:type="dcterms:W3CDTF">2023-01-13T14:21:10Z</dcterms:created>
  <dcterms:modified xsi:type="dcterms:W3CDTF">2025-09-05T15:12:34Z</dcterms:modified>
</cp:coreProperties>
</file>